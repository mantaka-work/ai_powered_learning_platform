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xQ4IPRY7f1O3Y1m5za8YmzmRT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9E1222-C9D0-4F25-AA5C-A7D26B51C638}">
  <a:tblStyle styleId="{719E1222-C9D0-4F25-AA5C-A7D26B51C63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35464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6860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44320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rgbClr val="E4E6D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961" y="1912441"/>
            <a:ext cx="11276076" cy="222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3B46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44320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rgbClr val="E4E6D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44320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rgbClr val="E4E6D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/>
          <p:nvPr/>
        </p:nvSpPr>
        <p:spPr>
          <a:xfrm>
            <a:off x="0" y="347472"/>
            <a:ext cx="12189460" cy="119380"/>
          </a:xfrm>
          <a:custGeom>
            <a:avLst/>
            <a:gdLst/>
            <a:ahLst/>
            <a:cxnLst/>
            <a:rect l="l" t="t" r="r" b="b"/>
            <a:pathLst>
              <a:path w="12189460" h="119379" extrusionOk="0">
                <a:moveTo>
                  <a:pt x="12188952" y="0"/>
                </a:moveTo>
                <a:lnTo>
                  <a:pt x="0" y="0"/>
                </a:lnTo>
                <a:lnTo>
                  <a:pt x="0" y="118872"/>
                </a:lnTo>
                <a:lnTo>
                  <a:pt x="12188952" y="118872"/>
                </a:lnTo>
                <a:lnTo>
                  <a:pt x="12188952" y="0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57200"/>
            <a:ext cx="12188952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2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44320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rgbClr val="E4E6D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body" idx="1"/>
          </p:nvPr>
        </p:nvSpPr>
        <p:spPr>
          <a:xfrm>
            <a:off x="457961" y="1912441"/>
            <a:ext cx="11276076" cy="222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3B46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forwin.org/c-programming/star-patterns-program-in-c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forwin.org/c-programming/number-pattern-programs-in-c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"/>
          <p:cNvGrpSpPr/>
          <p:nvPr/>
        </p:nvGrpSpPr>
        <p:grpSpPr>
          <a:xfrm>
            <a:off x="0" y="0"/>
            <a:ext cx="12192127" cy="6857999"/>
            <a:chOff x="0" y="0"/>
            <a:chExt cx="12192127" cy="6857999"/>
          </a:xfrm>
        </p:grpSpPr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1"/>
            <p:cNvSpPr/>
            <p:nvPr/>
          </p:nvSpPr>
          <p:spPr>
            <a:xfrm>
              <a:off x="2831592" y="1371600"/>
              <a:ext cx="9360535" cy="2971800"/>
            </a:xfrm>
            <a:custGeom>
              <a:avLst/>
              <a:gdLst/>
              <a:ahLst/>
              <a:cxnLst/>
              <a:rect l="l" t="t" r="r" b="b"/>
              <a:pathLst>
                <a:path w="9360535" h="2971800" extrusionOk="0">
                  <a:moveTo>
                    <a:pt x="9360408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9360408" y="2971800"/>
                  </a:lnTo>
                  <a:lnTo>
                    <a:pt x="9360408" y="0"/>
                  </a:lnTo>
                  <a:close/>
                </a:path>
              </a:pathLst>
            </a:custGeom>
            <a:solidFill>
              <a:srgbClr val="E4E6D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831592" y="4462271"/>
              <a:ext cx="9360535" cy="1033780"/>
            </a:xfrm>
            <a:custGeom>
              <a:avLst/>
              <a:gdLst/>
              <a:ahLst/>
              <a:cxnLst/>
              <a:rect l="l" t="t" r="r" b="b"/>
              <a:pathLst>
                <a:path w="9360535" h="1033779" extrusionOk="0">
                  <a:moveTo>
                    <a:pt x="9360408" y="0"/>
                  </a:moveTo>
                  <a:lnTo>
                    <a:pt x="0" y="0"/>
                  </a:lnTo>
                  <a:lnTo>
                    <a:pt x="0" y="1033271"/>
                  </a:lnTo>
                  <a:lnTo>
                    <a:pt x="9360408" y="1033271"/>
                  </a:lnTo>
                  <a:lnTo>
                    <a:pt x="9360408" y="0"/>
                  </a:lnTo>
                  <a:close/>
                </a:path>
              </a:pathLst>
            </a:custGeom>
            <a:solidFill>
              <a:srgbClr val="DDC23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49" name="Google Shape;49;p1"/>
          <p:cNvSpPr txBox="1"/>
          <p:nvPr/>
        </p:nvSpPr>
        <p:spPr>
          <a:xfrm>
            <a:off x="2896150" y="1401550"/>
            <a:ext cx="10293900" cy="466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14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COURSE CODE: CSE 105 </a:t>
            </a:r>
            <a:endParaRPr lang="en-US" sz="3400" b="1" smtClean="0">
              <a:solidFill>
                <a:srgbClr val="3B464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14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COURSE TITLE: Structured Programming </a:t>
            </a:r>
            <a:r>
              <a:rPr lang="en-US" sz="3400" b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/>
            </a:r>
            <a:br>
              <a:rPr lang="en-US" sz="3400" b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3400" b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Language </a:t>
            </a:r>
            <a:endParaRPr sz="3400" smtClean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9354"/>
              </a:lnSpc>
              <a:spcBef>
                <a:spcPts val="1695"/>
              </a:spcBef>
              <a:spcAft>
                <a:spcPts val="0"/>
              </a:spcAft>
              <a:buNone/>
            </a:pPr>
            <a:r>
              <a:rPr lang="en-US" sz="2000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endParaRPr sz="2000">
              <a:solidFill>
                <a:srgbClr val="3B464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9354"/>
              </a:lnSpc>
              <a:spcBef>
                <a:spcPts val="1695"/>
              </a:spcBef>
              <a:spcAft>
                <a:spcPts val="0"/>
              </a:spcAft>
              <a:buNone/>
            </a:pPr>
            <a:endParaRPr sz="2000">
              <a:solidFill>
                <a:srgbClr val="3B464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9354"/>
              </a:lnSpc>
              <a:spcBef>
                <a:spcPts val="1695"/>
              </a:spcBef>
              <a:spcAft>
                <a:spcPts val="0"/>
              </a:spcAft>
              <a:buNone/>
            </a:pPr>
            <a:endParaRPr sz="2000">
              <a:solidFill>
                <a:srgbClr val="3B464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9354"/>
              </a:lnSpc>
              <a:spcBef>
                <a:spcPts val="169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Prepared by- </a:t>
            </a:r>
            <a:r>
              <a:rPr lang="en-US" sz="3100" b="1" i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Lec </a:t>
            </a:r>
            <a:r>
              <a:rPr lang="en-US" sz="3100" b="1" i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Khaled</a:t>
            </a:r>
            <a:endParaRPr sz="31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Department of CSE,MIST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5413846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Loop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396341" y="1866645"/>
            <a:ext cx="11323320" cy="1307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64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Just like nested if else </a:t>
            </a: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 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allows the looping of statements inside another </a:t>
            </a: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loop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413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64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There is </a:t>
            </a: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no restriction 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defining any number of loops. The </a:t>
            </a: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nesting level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can be defined at </a:t>
            </a: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 times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4603485" y="3572051"/>
            <a:ext cx="6647815" cy="3108960"/>
          </a:xfrm>
          <a:prstGeom prst="rect">
            <a:avLst/>
          </a:prstGeom>
          <a:solidFill>
            <a:srgbClr val="EBDA86"/>
          </a:solidFill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255270" marR="0" lvl="0" indent="-1714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4643"/>
              </a:buClr>
              <a:buSzPts val="2700"/>
              <a:buFont typeface="Noto Sans Symbols"/>
              <a:buChar char="▪"/>
            </a:pP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Example :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Outer_loop	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064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//outer loop statements…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823594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Inner_loop	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1645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inner loop statements.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75311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02743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outer loop statements.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5486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835235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Syntax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55726" y="1866645"/>
            <a:ext cx="8716874" cy="38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for(initialization; condition; update loop variable)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	1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………………………….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for(initialization; condition; update loop variable)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Inner loop statements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 n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9027057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while loop Syntax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655726" y="1866645"/>
            <a:ext cx="4378325" cy="38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while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(condition)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//outer loop statements.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352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while</a:t>
            </a: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(condition)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352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74104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inner loop statements.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352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outer loop statements.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970176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do…while loop Syntax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55726" y="1866645"/>
            <a:ext cx="7316470" cy="429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statements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4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do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4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Inner loop statements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}while(condition);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statements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461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}while(condition);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10500751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Code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1749680" y="1846516"/>
            <a:ext cx="8914765" cy="431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outVariable 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initialization ; condition; update </a:t>
            </a:r>
            <a:r>
              <a:rPr lang="en-US" sz="28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outVariable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646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	1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6464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………………………….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inVariable </a:t>
            </a: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initialization; condition; update 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inVariable</a:t>
            </a: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6464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Inner loop statements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646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// statement n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81" name="Google Shape;81;p6"/>
          <p:cNvGrpSpPr/>
          <p:nvPr/>
        </p:nvGrpSpPr>
        <p:grpSpPr>
          <a:xfrm>
            <a:off x="208788" y="2132075"/>
            <a:ext cx="981710" cy="3450590"/>
            <a:chOff x="208788" y="2132075"/>
            <a:chExt cx="981710" cy="3450590"/>
          </a:xfrm>
        </p:grpSpPr>
        <p:sp>
          <p:nvSpPr>
            <p:cNvPr id="82" name="Google Shape;82;p6"/>
            <p:cNvSpPr/>
            <p:nvPr/>
          </p:nvSpPr>
          <p:spPr>
            <a:xfrm>
              <a:off x="833628" y="3781043"/>
              <a:ext cx="356870" cy="929640"/>
            </a:xfrm>
            <a:custGeom>
              <a:avLst/>
              <a:gdLst/>
              <a:ahLst/>
              <a:cxnLst/>
              <a:rect l="l" t="t" r="r" b="b"/>
              <a:pathLst>
                <a:path w="356869" h="929639" extrusionOk="0">
                  <a:moveTo>
                    <a:pt x="356616" y="929639"/>
                  </a:moveTo>
                  <a:lnTo>
                    <a:pt x="287210" y="927300"/>
                  </a:lnTo>
                  <a:lnTo>
                    <a:pt x="230533" y="920924"/>
                  </a:lnTo>
                  <a:lnTo>
                    <a:pt x="192320" y="911477"/>
                  </a:lnTo>
                  <a:lnTo>
                    <a:pt x="178308" y="899921"/>
                  </a:lnTo>
                  <a:lnTo>
                    <a:pt x="178308" y="494537"/>
                  </a:lnTo>
                  <a:lnTo>
                    <a:pt x="164295" y="482982"/>
                  </a:lnTo>
                  <a:lnTo>
                    <a:pt x="126082" y="473535"/>
                  </a:lnTo>
                  <a:lnTo>
                    <a:pt x="69405" y="467159"/>
                  </a:lnTo>
                  <a:lnTo>
                    <a:pt x="0" y="464819"/>
                  </a:lnTo>
                  <a:lnTo>
                    <a:pt x="69405" y="462480"/>
                  </a:lnTo>
                  <a:lnTo>
                    <a:pt x="126082" y="456104"/>
                  </a:lnTo>
                  <a:lnTo>
                    <a:pt x="164295" y="446657"/>
                  </a:lnTo>
                  <a:lnTo>
                    <a:pt x="178308" y="435101"/>
                  </a:lnTo>
                  <a:lnTo>
                    <a:pt x="178308" y="29717"/>
                  </a:lnTo>
                  <a:lnTo>
                    <a:pt x="192320" y="18162"/>
                  </a:lnTo>
                  <a:lnTo>
                    <a:pt x="230533" y="8715"/>
                  </a:lnTo>
                  <a:lnTo>
                    <a:pt x="287210" y="2339"/>
                  </a:lnTo>
                  <a:lnTo>
                    <a:pt x="356616" y="0"/>
                  </a:lnTo>
                </a:path>
              </a:pathLst>
            </a:custGeom>
            <a:noFill/>
            <a:ln w="213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208788" y="2132075"/>
              <a:ext cx="668020" cy="3450590"/>
            </a:xfrm>
            <a:custGeom>
              <a:avLst/>
              <a:gdLst/>
              <a:ahLst/>
              <a:cxnLst/>
              <a:rect l="l" t="t" r="r" b="b"/>
              <a:pathLst>
                <a:path w="668019" h="3450590" extrusionOk="0">
                  <a:moveTo>
                    <a:pt x="667512" y="3450336"/>
                  </a:moveTo>
                  <a:lnTo>
                    <a:pt x="590984" y="3448867"/>
                  </a:lnTo>
                  <a:lnTo>
                    <a:pt x="520734" y="3444684"/>
                  </a:lnTo>
                  <a:lnTo>
                    <a:pt x="458764" y="3438119"/>
                  </a:lnTo>
                  <a:lnTo>
                    <a:pt x="407078" y="3429506"/>
                  </a:lnTo>
                  <a:lnTo>
                    <a:pt x="367679" y="3419178"/>
                  </a:lnTo>
                  <a:lnTo>
                    <a:pt x="333755" y="3394710"/>
                  </a:lnTo>
                  <a:lnTo>
                    <a:pt x="333755" y="1780794"/>
                  </a:lnTo>
                  <a:lnTo>
                    <a:pt x="324941" y="1768035"/>
                  </a:lnTo>
                  <a:lnTo>
                    <a:pt x="260433" y="1745997"/>
                  </a:lnTo>
                  <a:lnTo>
                    <a:pt x="208747" y="1737384"/>
                  </a:lnTo>
                  <a:lnTo>
                    <a:pt x="146777" y="1730819"/>
                  </a:lnTo>
                  <a:lnTo>
                    <a:pt x="76527" y="1726636"/>
                  </a:lnTo>
                  <a:lnTo>
                    <a:pt x="0" y="1725168"/>
                  </a:lnTo>
                  <a:lnTo>
                    <a:pt x="76527" y="1723699"/>
                  </a:lnTo>
                  <a:lnTo>
                    <a:pt x="146777" y="1719516"/>
                  </a:lnTo>
                  <a:lnTo>
                    <a:pt x="208747" y="1712951"/>
                  </a:lnTo>
                  <a:lnTo>
                    <a:pt x="260433" y="1704338"/>
                  </a:lnTo>
                  <a:lnTo>
                    <a:pt x="299832" y="1694010"/>
                  </a:lnTo>
                  <a:lnTo>
                    <a:pt x="333755" y="1669542"/>
                  </a:lnTo>
                  <a:lnTo>
                    <a:pt x="333755" y="55625"/>
                  </a:lnTo>
                  <a:lnTo>
                    <a:pt x="342570" y="42867"/>
                  </a:lnTo>
                  <a:lnTo>
                    <a:pt x="407078" y="20829"/>
                  </a:lnTo>
                  <a:lnTo>
                    <a:pt x="458764" y="12216"/>
                  </a:lnTo>
                  <a:lnTo>
                    <a:pt x="520734" y="5651"/>
                  </a:lnTo>
                  <a:lnTo>
                    <a:pt x="590984" y="1468"/>
                  </a:lnTo>
                  <a:lnTo>
                    <a:pt x="667512" y="0"/>
                  </a:lnTo>
                </a:path>
              </a:pathLst>
            </a:custGeom>
            <a:noFill/>
            <a:ln w="21325" cap="flat" cmpd="sng">
              <a:solidFill>
                <a:srgbClr val="00AF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84" name="Google Shape;84;p6"/>
          <p:cNvSpPr txBox="1"/>
          <p:nvPr/>
        </p:nvSpPr>
        <p:spPr>
          <a:xfrm rot="-5400000">
            <a:off x="931656" y="3814077"/>
            <a:ext cx="763178" cy="55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Inner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loop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 rot="-5400000">
            <a:off x="525449" y="2926741"/>
            <a:ext cx="542290" cy="55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outer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loop</a:t>
            </a: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0571772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Code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2160233" y="2454972"/>
            <a:ext cx="8670524" cy="3556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i=1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; i</a:t>
            </a:r>
            <a:r>
              <a:rPr lang="en-US" sz="2800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&lt;=2; i++) </a:t>
            </a:r>
            <a:endParaRPr sz="2800">
              <a:solidFill>
                <a:srgbClr val="3B4643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j=1</a:t>
            </a: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; j&lt;=2; j++) </a:t>
            </a:r>
            <a:endParaRPr sz="2800">
              <a:solidFill>
                <a:srgbClr val="006FC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19166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	printf(“i:%d, j:%d\n”, i, j);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11415151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Code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3887089" y="2774569"/>
            <a:ext cx="8064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78739" y="1825193"/>
            <a:ext cx="3821429" cy="355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i=1</a:t>
            </a: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; i&lt;=2; i++)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</a:t>
            </a: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j=1</a:t>
            </a: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; j&lt;=2; j++) {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19166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printf(“i:%d, j:%d\n”,i,j)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19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100" name="Google Shape;100;p8"/>
          <p:cNvGraphicFramePr/>
          <p:nvPr>
            <p:extLst>
              <p:ext uri="{D42A27DB-BD31-4B8C-83A1-F6EECF244321}">
                <p14:modId xmlns:p14="http://schemas.microsoft.com/office/powerpoint/2010/main" val="3684167460"/>
              </p:ext>
            </p:extLst>
          </p:nvPr>
        </p:nvGraphicFramePr>
        <p:xfrm>
          <a:off x="3878707" y="1982597"/>
          <a:ext cx="8073400" cy="33376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 gridSpan="3"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E4E6DA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Outer loop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36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6D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17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E4E6DA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Inner loop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36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6D8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Value of i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condition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Execution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Value of j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condition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Execution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1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1&lt;=2, 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Execute inner loop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1&lt;=2,true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i:1,j:1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2&lt;=2,true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i:1,j:2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3&lt;=2,false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2&lt;=2,True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Execute inner loop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1&lt;=2,true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i:2,j:1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2&lt;=2,true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i:2,j:2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3&lt;=2,false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D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3&lt;=2,False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D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1219252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2(printing stars)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9"/>
          <p:cNvSpPr txBox="1"/>
          <p:nvPr/>
        </p:nvSpPr>
        <p:spPr>
          <a:xfrm>
            <a:off x="1171852" y="2021331"/>
            <a:ext cx="4421079" cy="169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i&lt;=3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73025" lvl="0" indent="0" algn="r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</a:t>
            </a:r>
            <a:r>
              <a:rPr lang="en-US" sz="2400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(“*”);</a:t>
            </a:r>
          </a:p>
          <a:p>
            <a:pPr marL="0" marR="73025" lvl="0" indent="0" algn="r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273108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2(printing stars)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611225" y="2021331"/>
            <a:ext cx="4528946" cy="113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0" marR="508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i&lt;=3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73025" lvl="0" indent="0" algn="r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printf(“*”);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4" name="Google Shape;114;p10"/>
          <p:cNvSpPr txBox="1"/>
          <p:nvPr/>
        </p:nvSpPr>
        <p:spPr>
          <a:xfrm>
            <a:off x="611225" y="3323590"/>
            <a:ext cx="12128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5" name="Google Shape;115;p10"/>
          <p:cNvSpPr txBox="1"/>
          <p:nvPr/>
        </p:nvSpPr>
        <p:spPr>
          <a:xfrm>
            <a:off x="6795006" y="2322016"/>
            <a:ext cx="353860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6795007" y="2962478"/>
            <a:ext cx="48387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557193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3(printing pattern)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611225" y="2021331"/>
            <a:ext cx="4688744" cy="359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i&lt;=3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5080" lvl="0" indent="0" algn="l" rtl="0">
              <a:lnSpc>
                <a:spcPct val="182916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 ; j&lt;=3; j++){  printf(“*”);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6781544" y="1912441"/>
            <a:ext cx="354318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4" name="Google Shape;124;p11"/>
          <p:cNvSpPr txBox="1"/>
          <p:nvPr/>
        </p:nvSpPr>
        <p:spPr>
          <a:xfrm>
            <a:off x="6781545" y="2552776"/>
            <a:ext cx="4826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6799580" y="4127119"/>
            <a:ext cx="4907280" cy="228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74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What will be the Output for this code?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74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*********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How to solve?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Where to put the newline statement?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26" name="Google Shape;126;p11"/>
          <p:cNvSpPr txBox="1"/>
          <p:nvPr/>
        </p:nvSpPr>
        <p:spPr>
          <a:xfrm>
            <a:off x="886967" y="5465064"/>
            <a:ext cx="5300980" cy="1139399"/>
          </a:xfrm>
          <a:prstGeom prst="rect">
            <a:avLst/>
          </a:prstGeom>
          <a:solidFill>
            <a:srgbClr val="E85E1F"/>
          </a:solidFill>
          <a:ln>
            <a:noFill/>
          </a:ln>
        </p:spPr>
        <p:txBody>
          <a:bodyPr spcFirstLastPara="1" wrap="square" lIns="0" tIns="31100" rIns="0" bIns="0" anchor="t" anchorCtr="0">
            <a:spAutoFit/>
          </a:bodyPr>
          <a:lstStyle/>
          <a:p>
            <a:pPr marL="91440" marR="9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Outer loop indicates/defines the row  Inner loop indicated/defines the column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2169753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3(printing pattern)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611225" y="2021331"/>
            <a:ext cx="4712360" cy="113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i&lt;=3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 ; j&lt;=3; j++){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11225" y="3135107"/>
            <a:ext cx="3712200" cy="225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275" rIns="0" bIns="0" anchor="t" anchorCtr="0">
            <a:spAutoFit/>
          </a:bodyPr>
          <a:lstStyle/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printf(“*”);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printf(“\n”);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6781544" y="1912441"/>
            <a:ext cx="4137989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781545" y="2552776"/>
            <a:ext cx="482600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***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886967" y="5465064"/>
            <a:ext cx="5300980" cy="1139399"/>
          </a:xfrm>
          <a:prstGeom prst="rect">
            <a:avLst/>
          </a:prstGeom>
          <a:solidFill>
            <a:srgbClr val="E85E1F"/>
          </a:solidFill>
          <a:ln>
            <a:noFill/>
          </a:ln>
        </p:spPr>
        <p:txBody>
          <a:bodyPr spcFirstLastPara="1" wrap="square" lIns="0" tIns="31100" rIns="0" bIns="0" anchor="t" anchorCtr="0">
            <a:spAutoFit/>
          </a:bodyPr>
          <a:lstStyle/>
          <a:p>
            <a:pPr marL="91440" marR="9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Outer loop indicates/defines the row  Inner loop indicated/defines the column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716991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4(printing pattern)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11225" y="2021331"/>
            <a:ext cx="4599967" cy="113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i&lt;=n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 ; j&lt;=i; j++){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611225" y="3135107"/>
            <a:ext cx="3925264" cy="225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275" rIns="0" bIns="0" anchor="t" anchorCtr="0">
            <a:spAutoFit/>
          </a:bodyPr>
          <a:lstStyle/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printf(“%d”,j);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printf(“\n”);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085078" y="1915490"/>
            <a:ext cx="4949866" cy="18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Take input of a number n and print a pattern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31013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Intput: n=3  Sample Output  </a:t>
            </a: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123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085078" y="4049979"/>
            <a:ext cx="1833804" cy="18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Input: n=4  Sample output  </a:t>
            </a: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123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1234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200995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5(printing pattern)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11225" y="2021331"/>
            <a:ext cx="4164961" cy="113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i&lt;=n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for(j=0 ; j&lt;i; j++){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11224" y="3135107"/>
            <a:ext cx="3987409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275" rIns="0" bIns="0" anchor="t" anchorCtr="0">
            <a:spAutoFit/>
          </a:bodyPr>
          <a:lstStyle/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printf(“%d”,n-j);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4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printf(“\n”);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53" name="Google Shape;153;p14"/>
          <p:cNvSpPr txBox="1">
            <a:spLocks noGrp="1"/>
          </p:cNvSpPr>
          <p:nvPr>
            <p:ph type="body" idx="1"/>
          </p:nvPr>
        </p:nvSpPr>
        <p:spPr>
          <a:xfrm>
            <a:off x="470515" y="2003135"/>
            <a:ext cx="11549849" cy="259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394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Take input of a number n and print a pattern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marR="37109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Intput: n=3  Sample Output  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321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6085078" y="4473905"/>
            <a:ext cx="1900555" cy="22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Input: n=4  Sample output  </a:t>
            </a: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432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4321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11817605" cy="751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5 Alternate Solution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611225" y="1697049"/>
            <a:ext cx="4857420" cy="441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44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 ; i&lt;=n ; 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903605" lvl="0" indent="0" algn="l" rtl="0">
              <a:lnSpc>
                <a:spcPct val="17125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 printvalue=n;  for(j=0 ; j&lt;i; j++){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printf(“%d”, printvalue);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printvalue--;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printf(“\n”);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457961" y="1912441"/>
            <a:ext cx="11276076" cy="259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6394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Take input of a number n and print a pattern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marR="37109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Intput: n=3  Sample Output  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3943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321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6085078" y="4473905"/>
            <a:ext cx="1900555" cy="2221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Input: n=4  Sample output  </a:t>
            </a: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432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4321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0687182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6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11224" y="1833752"/>
            <a:ext cx="2504837" cy="3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for(i=1;i&lt;=n;i++){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890016" y="2255520"/>
            <a:ext cx="2595242" cy="1205458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for(j=1; j&lt;=n-i;j++){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19734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 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39824" y="3931920"/>
            <a:ext cx="2645433" cy="1268291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7625" rIns="0" bIns="0" anchor="t" anchorCtr="0">
            <a:spAutoFit/>
          </a:bodyPr>
          <a:lstStyle/>
          <a:p>
            <a:pPr marL="0" marR="1600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for(k=1; k&lt;=i ;k++){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148590" lvl="0" indent="0" algn="ctr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printf("%d",k);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2068195" lvl="0" indent="0" algn="ctr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39825" y="5178152"/>
            <a:ext cx="1480820" cy="89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500" rIns="0" bIns="0" anchor="t" anchorCtr="0">
            <a:spAutoFit/>
          </a:bodyPr>
          <a:lstStyle/>
          <a:p>
            <a:pPr marL="241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printf("\n");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085078" y="1912441"/>
            <a:ext cx="5899776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Take input of a number n and print a pattern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371094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Intput: n=3  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173" name="Google Shape;173;p16"/>
          <p:cNvGraphicFramePr/>
          <p:nvPr>
            <p:extLst>
              <p:ext uri="{D42A27DB-BD31-4B8C-83A1-F6EECF244321}">
                <p14:modId xmlns:p14="http://schemas.microsoft.com/office/powerpoint/2010/main" val="3713754505"/>
              </p:ext>
            </p:extLst>
          </p:nvPr>
        </p:nvGraphicFramePr>
        <p:xfrm>
          <a:off x="6121527" y="3483864"/>
          <a:ext cx="243457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81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" name="Google Shape;174;p16"/>
          <p:cNvSpPr txBox="1"/>
          <p:nvPr/>
        </p:nvSpPr>
        <p:spPr>
          <a:xfrm>
            <a:off x="3832986" y="2732912"/>
            <a:ext cx="1904364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space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3835146" y="4154881"/>
            <a:ext cx="1251585" cy="93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numbers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3250564" y="2856357"/>
            <a:ext cx="502920" cy="113664"/>
          </a:xfrm>
          <a:custGeom>
            <a:avLst/>
            <a:gdLst/>
            <a:ahLst/>
            <a:cxnLst/>
            <a:rect l="l" t="t" r="r" b="b"/>
            <a:pathLst>
              <a:path w="502920" h="113664" extrusionOk="0">
                <a:moveTo>
                  <a:pt x="442065" y="67707"/>
                </a:moveTo>
                <a:lnTo>
                  <a:pt x="394715" y="94741"/>
                </a:lnTo>
                <a:lnTo>
                  <a:pt x="392938" y="101345"/>
                </a:lnTo>
                <a:lnTo>
                  <a:pt x="398780" y="111505"/>
                </a:lnTo>
                <a:lnTo>
                  <a:pt x="405257" y="113283"/>
                </a:lnTo>
                <a:lnTo>
                  <a:pt x="484447" y="68071"/>
                </a:lnTo>
                <a:lnTo>
                  <a:pt x="481584" y="68071"/>
                </a:lnTo>
                <a:lnTo>
                  <a:pt x="442065" y="67707"/>
                </a:lnTo>
                <a:close/>
              </a:path>
              <a:path w="502920" h="113664" extrusionOk="0">
                <a:moveTo>
                  <a:pt x="460529" y="57173"/>
                </a:moveTo>
                <a:lnTo>
                  <a:pt x="442065" y="67707"/>
                </a:lnTo>
                <a:lnTo>
                  <a:pt x="481584" y="68071"/>
                </a:lnTo>
                <a:lnTo>
                  <a:pt x="481602" y="66547"/>
                </a:lnTo>
                <a:lnTo>
                  <a:pt x="476250" y="66547"/>
                </a:lnTo>
                <a:lnTo>
                  <a:pt x="460529" y="57173"/>
                </a:lnTo>
                <a:close/>
              </a:path>
              <a:path w="502920" h="113664" extrusionOk="0">
                <a:moveTo>
                  <a:pt x="406273" y="0"/>
                </a:moveTo>
                <a:lnTo>
                  <a:pt x="399796" y="1650"/>
                </a:lnTo>
                <a:lnTo>
                  <a:pt x="393700" y="11810"/>
                </a:lnTo>
                <a:lnTo>
                  <a:pt x="395350" y="18414"/>
                </a:lnTo>
                <a:lnTo>
                  <a:pt x="400431" y="21335"/>
                </a:lnTo>
                <a:lnTo>
                  <a:pt x="442415" y="46372"/>
                </a:lnTo>
                <a:lnTo>
                  <a:pt x="481838" y="46735"/>
                </a:lnTo>
                <a:lnTo>
                  <a:pt x="481584" y="68071"/>
                </a:lnTo>
                <a:lnTo>
                  <a:pt x="484447" y="68071"/>
                </a:lnTo>
                <a:lnTo>
                  <a:pt x="502920" y="57530"/>
                </a:lnTo>
                <a:lnTo>
                  <a:pt x="406273" y="0"/>
                </a:lnTo>
                <a:close/>
              </a:path>
              <a:path w="502920" h="113664" extrusionOk="0">
                <a:moveTo>
                  <a:pt x="254" y="42290"/>
                </a:moveTo>
                <a:lnTo>
                  <a:pt x="0" y="63626"/>
                </a:lnTo>
                <a:lnTo>
                  <a:pt x="442065" y="67707"/>
                </a:lnTo>
                <a:lnTo>
                  <a:pt x="460529" y="57173"/>
                </a:lnTo>
                <a:lnTo>
                  <a:pt x="442415" y="46372"/>
                </a:lnTo>
                <a:lnTo>
                  <a:pt x="254" y="42290"/>
                </a:lnTo>
                <a:close/>
              </a:path>
              <a:path w="502920" h="113664" extrusionOk="0">
                <a:moveTo>
                  <a:pt x="476376" y="48132"/>
                </a:moveTo>
                <a:lnTo>
                  <a:pt x="460529" y="57173"/>
                </a:lnTo>
                <a:lnTo>
                  <a:pt x="476250" y="66547"/>
                </a:lnTo>
                <a:lnTo>
                  <a:pt x="476376" y="48132"/>
                </a:lnTo>
                <a:close/>
              </a:path>
              <a:path w="502920" h="113664" extrusionOk="0">
                <a:moveTo>
                  <a:pt x="481821" y="48132"/>
                </a:moveTo>
                <a:lnTo>
                  <a:pt x="476376" y="48132"/>
                </a:lnTo>
                <a:lnTo>
                  <a:pt x="476250" y="66547"/>
                </a:lnTo>
                <a:lnTo>
                  <a:pt x="481602" y="66547"/>
                </a:lnTo>
                <a:lnTo>
                  <a:pt x="481821" y="48132"/>
                </a:lnTo>
                <a:close/>
              </a:path>
              <a:path w="502920" h="113664" extrusionOk="0">
                <a:moveTo>
                  <a:pt x="442415" y="46372"/>
                </a:moveTo>
                <a:lnTo>
                  <a:pt x="460529" y="57173"/>
                </a:lnTo>
                <a:lnTo>
                  <a:pt x="476376" y="48132"/>
                </a:lnTo>
                <a:lnTo>
                  <a:pt x="481821" y="48132"/>
                </a:lnTo>
                <a:lnTo>
                  <a:pt x="481838" y="46735"/>
                </a:lnTo>
                <a:lnTo>
                  <a:pt x="442415" y="463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3323716" y="4456557"/>
            <a:ext cx="502920" cy="113664"/>
          </a:xfrm>
          <a:custGeom>
            <a:avLst/>
            <a:gdLst/>
            <a:ahLst/>
            <a:cxnLst/>
            <a:rect l="l" t="t" r="r" b="b"/>
            <a:pathLst>
              <a:path w="502920" h="113664" extrusionOk="0">
                <a:moveTo>
                  <a:pt x="442065" y="67707"/>
                </a:moveTo>
                <a:lnTo>
                  <a:pt x="394716" y="94742"/>
                </a:lnTo>
                <a:lnTo>
                  <a:pt x="392938" y="101346"/>
                </a:lnTo>
                <a:lnTo>
                  <a:pt x="398780" y="111506"/>
                </a:lnTo>
                <a:lnTo>
                  <a:pt x="405257" y="113284"/>
                </a:lnTo>
                <a:lnTo>
                  <a:pt x="484447" y="68072"/>
                </a:lnTo>
                <a:lnTo>
                  <a:pt x="481584" y="68072"/>
                </a:lnTo>
                <a:lnTo>
                  <a:pt x="442065" y="67707"/>
                </a:lnTo>
                <a:close/>
              </a:path>
              <a:path w="502920" h="113664" extrusionOk="0">
                <a:moveTo>
                  <a:pt x="460529" y="57173"/>
                </a:moveTo>
                <a:lnTo>
                  <a:pt x="442065" y="67707"/>
                </a:lnTo>
                <a:lnTo>
                  <a:pt x="481584" y="68072"/>
                </a:lnTo>
                <a:lnTo>
                  <a:pt x="481602" y="66548"/>
                </a:lnTo>
                <a:lnTo>
                  <a:pt x="476250" y="66548"/>
                </a:lnTo>
                <a:lnTo>
                  <a:pt x="460529" y="57173"/>
                </a:lnTo>
                <a:close/>
              </a:path>
              <a:path w="502920" h="113664" extrusionOk="0">
                <a:moveTo>
                  <a:pt x="406273" y="0"/>
                </a:moveTo>
                <a:lnTo>
                  <a:pt x="399796" y="1651"/>
                </a:lnTo>
                <a:lnTo>
                  <a:pt x="393700" y="11811"/>
                </a:lnTo>
                <a:lnTo>
                  <a:pt x="395350" y="18415"/>
                </a:lnTo>
                <a:lnTo>
                  <a:pt x="400431" y="21336"/>
                </a:lnTo>
                <a:lnTo>
                  <a:pt x="442415" y="46372"/>
                </a:lnTo>
                <a:lnTo>
                  <a:pt x="481838" y="46736"/>
                </a:lnTo>
                <a:lnTo>
                  <a:pt x="481584" y="68072"/>
                </a:lnTo>
                <a:lnTo>
                  <a:pt x="484447" y="68072"/>
                </a:lnTo>
                <a:lnTo>
                  <a:pt x="502920" y="57531"/>
                </a:lnTo>
                <a:lnTo>
                  <a:pt x="406273" y="0"/>
                </a:lnTo>
                <a:close/>
              </a:path>
              <a:path w="502920" h="113664" extrusionOk="0">
                <a:moveTo>
                  <a:pt x="254" y="42291"/>
                </a:moveTo>
                <a:lnTo>
                  <a:pt x="0" y="63627"/>
                </a:lnTo>
                <a:lnTo>
                  <a:pt x="442065" y="67707"/>
                </a:lnTo>
                <a:lnTo>
                  <a:pt x="460529" y="57173"/>
                </a:lnTo>
                <a:lnTo>
                  <a:pt x="442415" y="46372"/>
                </a:lnTo>
                <a:lnTo>
                  <a:pt x="254" y="42291"/>
                </a:lnTo>
                <a:close/>
              </a:path>
              <a:path w="502920" h="113664" extrusionOk="0">
                <a:moveTo>
                  <a:pt x="476377" y="48133"/>
                </a:moveTo>
                <a:lnTo>
                  <a:pt x="460529" y="57173"/>
                </a:lnTo>
                <a:lnTo>
                  <a:pt x="476250" y="66548"/>
                </a:lnTo>
                <a:lnTo>
                  <a:pt x="476377" y="48133"/>
                </a:lnTo>
                <a:close/>
              </a:path>
              <a:path w="502920" h="113664" extrusionOk="0">
                <a:moveTo>
                  <a:pt x="481821" y="48133"/>
                </a:moveTo>
                <a:lnTo>
                  <a:pt x="476377" y="48133"/>
                </a:lnTo>
                <a:lnTo>
                  <a:pt x="476250" y="66548"/>
                </a:lnTo>
                <a:lnTo>
                  <a:pt x="481602" y="66548"/>
                </a:lnTo>
                <a:lnTo>
                  <a:pt x="481821" y="48133"/>
                </a:lnTo>
                <a:close/>
              </a:path>
              <a:path w="502920" h="113664" extrusionOk="0">
                <a:moveTo>
                  <a:pt x="442415" y="46372"/>
                </a:moveTo>
                <a:lnTo>
                  <a:pt x="460529" y="57173"/>
                </a:lnTo>
                <a:lnTo>
                  <a:pt x="476377" y="48133"/>
                </a:lnTo>
                <a:lnTo>
                  <a:pt x="481821" y="48133"/>
                </a:lnTo>
                <a:lnTo>
                  <a:pt x="481838" y="46736"/>
                </a:lnTo>
                <a:lnTo>
                  <a:pt x="442415" y="463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0403096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7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11224" y="1833752"/>
            <a:ext cx="3221761" cy="3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for(i=1;i&lt;=n;i++){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97150" y="2255520"/>
            <a:ext cx="2752526" cy="1205458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for(j=1; j&lt;=n-i;j++){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19734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 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497150" y="3931920"/>
            <a:ext cx="3172895" cy="1268291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7625" rIns="0" bIns="0" anchor="t" anchorCtr="0">
            <a:spAutoFit/>
          </a:bodyPr>
          <a:lstStyle/>
          <a:p>
            <a:pPr marL="990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for(k=1; k&lt;=2*i-1 ;k++){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27660" marR="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printf(“*");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9060" marR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497150" y="5178152"/>
            <a:ext cx="1823495" cy="89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500" rIns="0" bIns="0" anchor="t" anchorCtr="0">
            <a:spAutoFit/>
          </a:bodyPr>
          <a:lstStyle/>
          <a:p>
            <a:pPr marL="241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printf("\n");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085077" y="1912441"/>
            <a:ext cx="5979675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Take input of a number n and print a Triangle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3776979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Intput: n=3  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188" name="Google Shape;188;p17"/>
          <p:cNvGraphicFramePr/>
          <p:nvPr>
            <p:extLst>
              <p:ext uri="{D42A27DB-BD31-4B8C-83A1-F6EECF244321}">
                <p14:modId xmlns:p14="http://schemas.microsoft.com/office/powerpoint/2010/main" val="1990877302"/>
              </p:ext>
            </p:extLst>
          </p:nvPr>
        </p:nvGraphicFramePr>
        <p:xfrm>
          <a:off x="6721982" y="3442842"/>
          <a:ext cx="281937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9" name="Google Shape;189;p17"/>
          <p:cNvSpPr txBox="1"/>
          <p:nvPr/>
        </p:nvSpPr>
        <p:spPr>
          <a:xfrm>
            <a:off x="3832986" y="2732912"/>
            <a:ext cx="1904364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space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313046" y="4236796"/>
            <a:ext cx="1805305" cy="627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stars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250564" y="2856357"/>
            <a:ext cx="502920" cy="113664"/>
          </a:xfrm>
          <a:custGeom>
            <a:avLst/>
            <a:gdLst/>
            <a:ahLst/>
            <a:cxnLst/>
            <a:rect l="l" t="t" r="r" b="b"/>
            <a:pathLst>
              <a:path w="502920" h="113664" extrusionOk="0">
                <a:moveTo>
                  <a:pt x="442065" y="67707"/>
                </a:moveTo>
                <a:lnTo>
                  <a:pt x="394715" y="94741"/>
                </a:lnTo>
                <a:lnTo>
                  <a:pt x="392938" y="101345"/>
                </a:lnTo>
                <a:lnTo>
                  <a:pt x="398780" y="111505"/>
                </a:lnTo>
                <a:lnTo>
                  <a:pt x="405257" y="113283"/>
                </a:lnTo>
                <a:lnTo>
                  <a:pt x="484447" y="68071"/>
                </a:lnTo>
                <a:lnTo>
                  <a:pt x="481584" y="68071"/>
                </a:lnTo>
                <a:lnTo>
                  <a:pt x="442065" y="67707"/>
                </a:lnTo>
                <a:close/>
              </a:path>
              <a:path w="502920" h="113664" extrusionOk="0">
                <a:moveTo>
                  <a:pt x="460529" y="57173"/>
                </a:moveTo>
                <a:lnTo>
                  <a:pt x="442065" y="67707"/>
                </a:lnTo>
                <a:lnTo>
                  <a:pt x="481584" y="68071"/>
                </a:lnTo>
                <a:lnTo>
                  <a:pt x="481602" y="66547"/>
                </a:lnTo>
                <a:lnTo>
                  <a:pt x="476250" y="66547"/>
                </a:lnTo>
                <a:lnTo>
                  <a:pt x="460529" y="57173"/>
                </a:lnTo>
                <a:close/>
              </a:path>
              <a:path w="502920" h="113664" extrusionOk="0">
                <a:moveTo>
                  <a:pt x="406273" y="0"/>
                </a:moveTo>
                <a:lnTo>
                  <a:pt x="399796" y="1650"/>
                </a:lnTo>
                <a:lnTo>
                  <a:pt x="393700" y="11810"/>
                </a:lnTo>
                <a:lnTo>
                  <a:pt x="395350" y="18414"/>
                </a:lnTo>
                <a:lnTo>
                  <a:pt x="400431" y="21335"/>
                </a:lnTo>
                <a:lnTo>
                  <a:pt x="442415" y="46372"/>
                </a:lnTo>
                <a:lnTo>
                  <a:pt x="481838" y="46735"/>
                </a:lnTo>
                <a:lnTo>
                  <a:pt x="481584" y="68071"/>
                </a:lnTo>
                <a:lnTo>
                  <a:pt x="484447" y="68071"/>
                </a:lnTo>
                <a:lnTo>
                  <a:pt x="502920" y="57530"/>
                </a:lnTo>
                <a:lnTo>
                  <a:pt x="406273" y="0"/>
                </a:lnTo>
                <a:close/>
              </a:path>
              <a:path w="502920" h="113664" extrusionOk="0">
                <a:moveTo>
                  <a:pt x="254" y="42290"/>
                </a:moveTo>
                <a:lnTo>
                  <a:pt x="0" y="63626"/>
                </a:lnTo>
                <a:lnTo>
                  <a:pt x="442065" y="67707"/>
                </a:lnTo>
                <a:lnTo>
                  <a:pt x="460529" y="57173"/>
                </a:lnTo>
                <a:lnTo>
                  <a:pt x="442415" y="46372"/>
                </a:lnTo>
                <a:lnTo>
                  <a:pt x="254" y="42290"/>
                </a:lnTo>
                <a:close/>
              </a:path>
              <a:path w="502920" h="113664" extrusionOk="0">
                <a:moveTo>
                  <a:pt x="476376" y="48132"/>
                </a:moveTo>
                <a:lnTo>
                  <a:pt x="460529" y="57173"/>
                </a:lnTo>
                <a:lnTo>
                  <a:pt x="476250" y="66547"/>
                </a:lnTo>
                <a:lnTo>
                  <a:pt x="476376" y="48132"/>
                </a:lnTo>
                <a:close/>
              </a:path>
              <a:path w="502920" h="113664" extrusionOk="0">
                <a:moveTo>
                  <a:pt x="481821" y="48132"/>
                </a:moveTo>
                <a:lnTo>
                  <a:pt x="476376" y="48132"/>
                </a:lnTo>
                <a:lnTo>
                  <a:pt x="476250" y="66547"/>
                </a:lnTo>
                <a:lnTo>
                  <a:pt x="481602" y="66547"/>
                </a:lnTo>
                <a:lnTo>
                  <a:pt x="481821" y="48132"/>
                </a:lnTo>
                <a:close/>
              </a:path>
              <a:path w="502920" h="113664" extrusionOk="0">
                <a:moveTo>
                  <a:pt x="442415" y="46372"/>
                </a:moveTo>
                <a:lnTo>
                  <a:pt x="460529" y="57173"/>
                </a:lnTo>
                <a:lnTo>
                  <a:pt x="476376" y="48132"/>
                </a:lnTo>
                <a:lnTo>
                  <a:pt x="481821" y="48132"/>
                </a:lnTo>
                <a:lnTo>
                  <a:pt x="481838" y="46735"/>
                </a:lnTo>
                <a:lnTo>
                  <a:pt x="442415" y="463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668267" y="4391659"/>
            <a:ext cx="565150" cy="205104"/>
          </a:xfrm>
          <a:custGeom>
            <a:avLst/>
            <a:gdLst/>
            <a:ahLst/>
            <a:cxnLst/>
            <a:rect l="l" t="t" r="r" b="b"/>
            <a:pathLst>
              <a:path w="565150" h="205104" extrusionOk="0">
                <a:moveTo>
                  <a:pt x="503795" y="33534"/>
                </a:moveTo>
                <a:lnTo>
                  <a:pt x="0" y="184531"/>
                </a:lnTo>
                <a:lnTo>
                  <a:pt x="6096" y="204850"/>
                </a:lnTo>
                <a:lnTo>
                  <a:pt x="509901" y="54004"/>
                </a:lnTo>
                <a:lnTo>
                  <a:pt x="524367" y="38501"/>
                </a:lnTo>
                <a:lnTo>
                  <a:pt x="503795" y="33534"/>
                </a:lnTo>
                <a:close/>
              </a:path>
              <a:path w="565150" h="205104" extrusionOk="0">
                <a:moveTo>
                  <a:pt x="547557" y="22225"/>
                </a:moveTo>
                <a:lnTo>
                  <a:pt x="541528" y="22225"/>
                </a:lnTo>
                <a:lnTo>
                  <a:pt x="547751" y="42671"/>
                </a:lnTo>
                <a:lnTo>
                  <a:pt x="509901" y="54004"/>
                </a:lnTo>
                <a:lnTo>
                  <a:pt x="472567" y="93979"/>
                </a:lnTo>
                <a:lnTo>
                  <a:pt x="472821" y="100710"/>
                </a:lnTo>
                <a:lnTo>
                  <a:pt x="477139" y="104775"/>
                </a:lnTo>
                <a:lnTo>
                  <a:pt x="481457" y="108712"/>
                </a:lnTo>
                <a:lnTo>
                  <a:pt x="488188" y="108457"/>
                </a:lnTo>
                <a:lnTo>
                  <a:pt x="492252" y="104266"/>
                </a:lnTo>
                <a:lnTo>
                  <a:pt x="564896" y="26415"/>
                </a:lnTo>
                <a:lnTo>
                  <a:pt x="547557" y="22225"/>
                </a:lnTo>
                <a:close/>
              </a:path>
              <a:path w="565150" h="205104" extrusionOk="0">
                <a:moveTo>
                  <a:pt x="524367" y="38501"/>
                </a:moveTo>
                <a:lnTo>
                  <a:pt x="509901" y="54004"/>
                </a:lnTo>
                <a:lnTo>
                  <a:pt x="547326" y="42798"/>
                </a:lnTo>
                <a:lnTo>
                  <a:pt x="542163" y="42798"/>
                </a:lnTo>
                <a:lnTo>
                  <a:pt x="524367" y="38501"/>
                </a:lnTo>
                <a:close/>
              </a:path>
              <a:path w="565150" h="205104" extrusionOk="0">
                <a:moveTo>
                  <a:pt x="536829" y="25145"/>
                </a:moveTo>
                <a:lnTo>
                  <a:pt x="524367" y="38501"/>
                </a:lnTo>
                <a:lnTo>
                  <a:pt x="542163" y="42798"/>
                </a:lnTo>
                <a:lnTo>
                  <a:pt x="536829" y="25145"/>
                </a:lnTo>
                <a:close/>
              </a:path>
              <a:path w="565150" h="205104" extrusionOk="0">
                <a:moveTo>
                  <a:pt x="542417" y="25145"/>
                </a:moveTo>
                <a:lnTo>
                  <a:pt x="536829" y="25145"/>
                </a:lnTo>
                <a:lnTo>
                  <a:pt x="542163" y="42798"/>
                </a:lnTo>
                <a:lnTo>
                  <a:pt x="547326" y="42798"/>
                </a:lnTo>
                <a:lnTo>
                  <a:pt x="547751" y="42671"/>
                </a:lnTo>
                <a:lnTo>
                  <a:pt x="542417" y="25145"/>
                </a:lnTo>
                <a:close/>
              </a:path>
              <a:path w="565150" h="205104" extrusionOk="0">
                <a:moveTo>
                  <a:pt x="541528" y="22225"/>
                </a:moveTo>
                <a:lnTo>
                  <a:pt x="503795" y="33534"/>
                </a:lnTo>
                <a:lnTo>
                  <a:pt x="524367" y="38501"/>
                </a:lnTo>
                <a:lnTo>
                  <a:pt x="536829" y="25145"/>
                </a:lnTo>
                <a:lnTo>
                  <a:pt x="542417" y="25145"/>
                </a:lnTo>
                <a:lnTo>
                  <a:pt x="541528" y="22225"/>
                </a:lnTo>
                <a:close/>
              </a:path>
              <a:path w="565150" h="205104" extrusionOk="0">
                <a:moveTo>
                  <a:pt x="455676" y="0"/>
                </a:moveTo>
                <a:lnTo>
                  <a:pt x="449961" y="3556"/>
                </a:lnTo>
                <a:lnTo>
                  <a:pt x="447167" y="14985"/>
                </a:lnTo>
                <a:lnTo>
                  <a:pt x="450723" y="20700"/>
                </a:lnTo>
                <a:lnTo>
                  <a:pt x="503795" y="33534"/>
                </a:lnTo>
                <a:lnTo>
                  <a:pt x="541528" y="22225"/>
                </a:lnTo>
                <a:lnTo>
                  <a:pt x="547557" y="22225"/>
                </a:lnTo>
                <a:lnTo>
                  <a:pt x="455676" y="0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>
            <a:spLocks noGrp="1"/>
          </p:cNvSpPr>
          <p:nvPr>
            <p:ph type="title"/>
          </p:nvPr>
        </p:nvSpPr>
        <p:spPr>
          <a:xfrm>
            <a:off x="374394" y="711149"/>
            <a:ext cx="9843803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8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11224" y="1833752"/>
            <a:ext cx="3142259" cy="319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for(i=1;i&lt;=n;i++){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11224" y="2255520"/>
            <a:ext cx="2638452" cy="1205458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1905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for(j=1; j&lt;=n-i;j++){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19734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 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11224" y="3931920"/>
            <a:ext cx="3058821" cy="1268291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87625" rIns="0" bIns="0" anchor="t" anchorCtr="0">
            <a:spAutoFit/>
          </a:bodyPr>
          <a:lstStyle/>
          <a:p>
            <a:pPr marL="990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for(k=1; k&lt;=2*i-1 ;k++){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27660" marR="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printf(“%d“,k);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99060" marR="0" lvl="0" indent="0" algn="l" rtl="0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839825" y="5178152"/>
            <a:ext cx="1480820" cy="897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3500" rIns="0" bIns="0" anchor="t" anchorCtr="0">
            <a:spAutoFit/>
          </a:bodyPr>
          <a:lstStyle/>
          <a:p>
            <a:pPr marL="241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printf("\n");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085078" y="1912441"/>
            <a:ext cx="6106922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Take input of a number n and print a Triangle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3776979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 smtClean="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Input</a:t>
            </a: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n=3  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203" name="Google Shape;203;p18"/>
          <p:cNvGraphicFramePr/>
          <p:nvPr>
            <p:extLst>
              <p:ext uri="{D42A27DB-BD31-4B8C-83A1-F6EECF244321}">
                <p14:modId xmlns:p14="http://schemas.microsoft.com/office/powerpoint/2010/main" val="2395433751"/>
              </p:ext>
            </p:extLst>
          </p:nvPr>
        </p:nvGraphicFramePr>
        <p:xfrm>
          <a:off x="6721982" y="3442842"/>
          <a:ext cx="281937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18"/>
          <p:cNvSpPr txBox="1"/>
          <p:nvPr/>
        </p:nvSpPr>
        <p:spPr>
          <a:xfrm>
            <a:off x="3832986" y="2732912"/>
            <a:ext cx="1904364" cy="62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space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313046" y="4236796"/>
            <a:ext cx="1251585" cy="93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numbers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3250564" y="2856357"/>
            <a:ext cx="502920" cy="113664"/>
          </a:xfrm>
          <a:custGeom>
            <a:avLst/>
            <a:gdLst/>
            <a:ahLst/>
            <a:cxnLst/>
            <a:rect l="l" t="t" r="r" b="b"/>
            <a:pathLst>
              <a:path w="502920" h="113664" extrusionOk="0">
                <a:moveTo>
                  <a:pt x="442065" y="67707"/>
                </a:moveTo>
                <a:lnTo>
                  <a:pt x="394715" y="94741"/>
                </a:lnTo>
                <a:lnTo>
                  <a:pt x="392938" y="101345"/>
                </a:lnTo>
                <a:lnTo>
                  <a:pt x="398780" y="111505"/>
                </a:lnTo>
                <a:lnTo>
                  <a:pt x="405257" y="113283"/>
                </a:lnTo>
                <a:lnTo>
                  <a:pt x="484447" y="68071"/>
                </a:lnTo>
                <a:lnTo>
                  <a:pt x="481584" y="68071"/>
                </a:lnTo>
                <a:lnTo>
                  <a:pt x="442065" y="67707"/>
                </a:lnTo>
                <a:close/>
              </a:path>
              <a:path w="502920" h="113664" extrusionOk="0">
                <a:moveTo>
                  <a:pt x="460529" y="57173"/>
                </a:moveTo>
                <a:lnTo>
                  <a:pt x="442065" y="67707"/>
                </a:lnTo>
                <a:lnTo>
                  <a:pt x="481584" y="68071"/>
                </a:lnTo>
                <a:lnTo>
                  <a:pt x="481602" y="66547"/>
                </a:lnTo>
                <a:lnTo>
                  <a:pt x="476250" y="66547"/>
                </a:lnTo>
                <a:lnTo>
                  <a:pt x="460529" y="57173"/>
                </a:lnTo>
                <a:close/>
              </a:path>
              <a:path w="502920" h="113664" extrusionOk="0">
                <a:moveTo>
                  <a:pt x="406273" y="0"/>
                </a:moveTo>
                <a:lnTo>
                  <a:pt x="399796" y="1650"/>
                </a:lnTo>
                <a:lnTo>
                  <a:pt x="393700" y="11810"/>
                </a:lnTo>
                <a:lnTo>
                  <a:pt x="395350" y="18414"/>
                </a:lnTo>
                <a:lnTo>
                  <a:pt x="400431" y="21335"/>
                </a:lnTo>
                <a:lnTo>
                  <a:pt x="442415" y="46372"/>
                </a:lnTo>
                <a:lnTo>
                  <a:pt x="481838" y="46735"/>
                </a:lnTo>
                <a:lnTo>
                  <a:pt x="481584" y="68071"/>
                </a:lnTo>
                <a:lnTo>
                  <a:pt x="484447" y="68071"/>
                </a:lnTo>
                <a:lnTo>
                  <a:pt x="502920" y="57530"/>
                </a:lnTo>
                <a:lnTo>
                  <a:pt x="406273" y="0"/>
                </a:lnTo>
                <a:close/>
              </a:path>
              <a:path w="502920" h="113664" extrusionOk="0">
                <a:moveTo>
                  <a:pt x="254" y="42290"/>
                </a:moveTo>
                <a:lnTo>
                  <a:pt x="0" y="63626"/>
                </a:lnTo>
                <a:lnTo>
                  <a:pt x="442065" y="67707"/>
                </a:lnTo>
                <a:lnTo>
                  <a:pt x="460529" y="57173"/>
                </a:lnTo>
                <a:lnTo>
                  <a:pt x="442415" y="46372"/>
                </a:lnTo>
                <a:lnTo>
                  <a:pt x="254" y="42290"/>
                </a:lnTo>
                <a:close/>
              </a:path>
              <a:path w="502920" h="113664" extrusionOk="0">
                <a:moveTo>
                  <a:pt x="476376" y="48132"/>
                </a:moveTo>
                <a:lnTo>
                  <a:pt x="460529" y="57173"/>
                </a:lnTo>
                <a:lnTo>
                  <a:pt x="476250" y="66547"/>
                </a:lnTo>
                <a:lnTo>
                  <a:pt x="476376" y="48132"/>
                </a:lnTo>
                <a:close/>
              </a:path>
              <a:path w="502920" h="113664" extrusionOk="0">
                <a:moveTo>
                  <a:pt x="481821" y="48132"/>
                </a:moveTo>
                <a:lnTo>
                  <a:pt x="476376" y="48132"/>
                </a:lnTo>
                <a:lnTo>
                  <a:pt x="476250" y="66547"/>
                </a:lnTo>
                <a:lnTo>
                  <a:pt x="481602" y="66547"/>
                </a:lnTo>
                <a:lnTo>
                  <a:pt x="481821" y="48132"/>
                </a:lnTo>
                <a:close/>
              </a:path>
              <a:path w="502920" h="113664" extrusionOk="0">
                <a:moveTo>
                  <a:pt x="442415" y="46372"/>
                </a:moveTo>
                <a:lnTo>
                  <a:pt x="460529" y="57173"/>
                </a:lnTo>
                <a:lnTo>
                  <a:pt x="476376" y="48132"/>
                </a:lnTo>
                <a:lnTo>
                  <a:pt x="481821" y="48132"/>
                </a:lnTo>
                <a:lnTo>
                  <a:pt x="481838" y="46735"/>
                </a:lnTo>
                <a:lnTo>
                  <a:pt x="442415" y="463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671061" y="4519421"/>
            <a:ext cx="562610" cy="113664"/>
          </a:xfrm>
          <a:custGeom>
            <a:avLst/>
            <a:gdLst/>
            <a:ahLst/>
            <a:cxnLst/>
            <a:rect l="l" t="t" r="r" b="b"/>
            <a:pathLst>
              <a:path w="562610" h="113664" extrusionOk="0">
                <a:moveTo>
                  <a:pt x="543618" y="43941"/>
                </a:moveTo>
                <a:lnTo>
                  <a:pt x="540638" y="43941"/>
                </a:lnTo>
                <a:lnTo>
                  <a:pt x="541274" y="65277"/>
                </a:lnTo>
                <a:lnTo>
                  <a:pt x="501854" y="66287"/>
                </a:lnTo>
                <a:lnTo>
                  <a:pt x="460375" y="91947"/>
                </a:lnTo>
                <a:lnTo>
                  <a:pt x="455295" y="94995"/>
                </a:lnTo>
                <a:lnTo>
                  <a:pt x="453771" y="101600"/>
                </a:lnTo>
                <a:lnTo>
                  <a:pt x="456818" y="106679"/>
                </a:lnTo>
                <a:lnTo>
                  <a:pt x="459993" y="111632"/>
                </a:lnTo>
                <a:lnTo>
                  <a:pt x="466471" y="113156"/>
                </a:lnTo>
                <a:lnTo>
                  <a:pt x="471550" y="110108"/>
                </a:lnTo>
                <a:lnTo>
                  <a:pt x="562101" y="54101"/>
                </a:lnTo>
                <a:lnTo>
                  <a:pt x="543618" y="43941"/>
                </a:lnTo>
                <a:close/>
              </a:path>
              <a:path w="562610" h="113664" extrusionOk="0">
                <a:moveTo>
                  <a:pt x="501171" y="44952"/>
                </a:moveTo>
                <a:lnTo>
                  <a:pt x="0" y="57784"/>
                </a:lnTo>
                <a:lnTo>
                  <a:pt x="508" y="79120"/>
                </a:lnTo>
                <a:lnTo>
                  <a:pt x="501854" y="66287"/>
                </a:lnTo>
                <a:lnTo>
                  <a:pt x="519787" y="55192"/>
                </a:lnTo>
                <a:lnTo>
                  <a:pt x="501171" y="44952"/>
                </a:lnTo>
                <a:close/>
              </a:path>
              <a:path w="562610" h="113664" extrusionOk="0">
                <a:moveTo>
                  <a:pt x="519787" y="55192"/>
                </a:moveTo>
                <a:lnTo>
                  <a:pt x="501854" y="66287"/>
                </a:lnTo>
                <a:lnTo>
                  <a:pt x="541274" y="65277"/>
                </a:lnTo>
                <a:lnTo>
                  <a:pt x="541236" y="64007"/>
                </a:lnTo>
                <a:lnTo>
                  <a:pt x="535813" y="64007"/>
                </a:lnTo>
                <a:lnTo>
                  <a:pt x="519787" y="55192"/>
                </a:lnTo>
                <a:close/>
              </a:path>
              <a:path w="562610" h="113664" extrusionOk="0">
                <a:moveTo>
                  <a:pt x="535304" y="45592"/>
                </a:moveTo>
                <a:lnTo>
                  <a:pt x="519787" y="55192"/>
                </a:lnTo>
                <a:lnTo>
                  <a:pt x="535813" y="64007"/>
                </a:lnTo>
                <a:lnTo>
                  <a:pt x="535304" y="45592"/>
                </a:lnTo>
                <a:close/>
              </a:path>
              <a:path w="562610" h="113664" extrusionOk="0">
                <a:moveTo>
                  <a:pt x="540688" y="45592"/>
                </a:moveTo>
                <a:lnTo>
                  <a:pt x="535304" y="45592"/>
                </a:lnTo>
                <a:lnTo>
                  <a:pt x="535813" y="64007"/>
                </a:lnTo>
                <a:lnTo>
                  <a:pt x="541236" y="64007"/>
                </a:lnTo>
                <a:lnTo>
                  <a:pt x="540688" y="45592"/>
                </a:lnTo>
                <a:close/>
              </a:path>
              <a:path w="562610" h="113664" extrusionOk="0">
                <a:moveTo>
                  <a:pt x="540638" y="43941"/>
                </a:moveTo>
                <a:lnTo>
                  <a:pt x="501171" y="44952"/>
                </a:lnTo>
                <a:lnTo>
                  <a:pt x="519787" y="55192"/>
                </a:lnTo>
                <a:lnTo>
                  <a:pt x="535304" y="45592"/>
                </a:lnTo>
                <a:lnTo>
                  <a:pt x="540688" y="45592"/>
                </a:lnTo>
                <a:lnTo>
                  <a:pt x="540638" y="43941"/>
                </a:lnTo>
                <a:close/>
              </a:path>
              <a:path w="562610" h="113664" extrusionOk="0">
                <a:moveTo>
                  <a:pt x="463676" y="0"/>
                </a:moveTo>
                <a:lnTo>
                  <a:pt x="457200" y="1904"/>
                </a:lnTo>
                <a:lnTo>
                  <a:pt x="454278" y="6984"/>
                </a:lnTo>
                <a:lnTo>
                  <a:pt x="451485" y="12191"/>
                </a:lnTo>
                <a:lnTo>
                  <a:pt x="453389" y="18668"/>
                </a:lnTo>
                <a:lnTo>
                  <a:pt x="501171" y="44952"/>
                </a:lnTo>
                <a:lnTo>
                  <a:pt x="540638" y="43941"/>
                </a:lnTo>
                <a:lnTo>
                  <a:pt x="543618" y="43941"/>
                </a:lnTo>
                <a:lnTo>
                  <a:pt x="463676" y="0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9"/>
          <p:cNvGrpSpPr/>
          <p:nvPr/>
        </p:nvGrpSpPr>
        <p:grpSpPr>
          <a:xfrm>
            <a:off x="972312" y="3389375"/>
            <a:ext cx="2715895" cy="1021080"/>
            <a:chOff x="972312" y="3389375"/>
            <a:chExt cx="2715895" cy="1021080"/>
          </a:xfrm>
        </p:grpSpPr>
        <p:sp>
          <p:nvSpPr>
            <p:cNvPr id="213" name="Google Shape;213;p19"/>
            <p:cNvSpPr/>
            <p:nvPr/>
          </p:nvSpPr>
          <p:spPr>
            <a:xfrm>
              <a:off x="972312" y="3389375"/>
              <a:ext cx="2715895" cy="1021080"/>
            </a:xfrm>
            <a:custGeom>
              <a:avLst/>
              <a:gdLst/>
              <a:ahLst/>
              <a:cxnLst/>
              <a:rect l="l" t="t" r="r" b="b"/>
              <a:pathLst>
                <a:path w="2715895" h="1021079" extrusionOk="0">
                  <a:moveTo>
                    <a:pt x="2715767" y="0"/>
                  </a:moveTo>
                  <a:lnTo>
                    <a:pt x="0" y="0"/>
                  </a:lnTo>
                  <a:lnTo>
                    <a:pt x="0" y="1021080"/>
                  </a:lnTo>
                  <a:lnTo>
                    <a:pt x="2715767" y="1021080"/>
                  </a:lnTo>
                  <a:lnTo>
                    <a:pt x="2715767" y="0"/>
                  </a:lnTo>
                  <a:close/>
                </a:path>
              </a:pathLst>
            </a:custGeom>
            <a:solidFill>
              <a:srgbClr val="F0E7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972312" y="3389375"/>
              <a:ext cx="2715895" cy="1021080"/>
            </a:xfrm>
            <a:custGeom>
              <a:avLst/>
              <a:gdLst/>
              <a:ahLst/>
              <a:cxnLst/>
              <a:rect l="l" t="t" r="r" b="b"/>
              <a:pathLst>
                <a:path w="2715895" h="1021079" extrusionOk="0">
                  <a:moveTo>
                    <a:pt x="0" y="1021080"/>
                  </a:moveTo>
                  <a:lnTo>
                    <a:pt x="2715767" y="1021080"/>
                  </a:lnTo>
                  <a:lnTo>
                    <a:pt x="2715767" y="0"/>
                  </a:lnTo>
                  <a:lnTo>
                    <a:pt x="0" y="0"/>
                  </a:lnTo>
                  <a:lnTo>
                    <a:pt x="0" y="1021080"/>
                  </a:lnTo>
                  <a:close/>
                </a:path>
              </a:pathLst>
            </a:custGeom>
            <a:noFill/>
            <a:ln w="12175" cap="flat" cmpd="sng">
              <a:solidFill>
                <a:srgbClr val="A18E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944879" y="2295144"/>
            <a:ext cx="2712720" cy="1021080"/>
            <a:chOff x="944879" y="2295144"/>
            <a:chExt cx="2712720" cy="1021080"/>
          </a:xfrm>
        </p:grpSpPr>
        <p:sp>
          <p:nvSpPr>
            <p:cNvPr id="216" name="Google Shape;216;p19"/>
            <p:cNvSpPr/>
            <p:nvPr/>
          </p:nvSpPr>
          <p:spPr>
            <a:xfrm>
              <a:off x="944879" y="2295144"/>
              <a:ext cx="2712720" cy="1021080"/>
            </a:xfrm>
            <a:custGeom>
              <a:avLst/>
              <a:gdLst/>
              <a:ahLst/>
              <a:cxnLst/>
              <a:rect l="l" t="t" r="r" b="b"/>
              <a:pathLst>
                <a:path w="2712720" h="1021079" extrusionOk="0">
                  <a:moveTo>
                    <a:pt x="2712720" y="0"/>
                  </a:moveTo>
                  <a:lnTo>
                    <a:pt x="0" y="0"/>
                  </a:lnTo>
                  <a:lnTo>
                    <a:pt x="0" y="1021079"/>
                  </a:lnTo>
                  <a:lnTo>
                    <a:pt x="2712720" y="1021079"/>
                  </a:lnTo>
                  <a:lnTo>
                    <a:pt x="2712720" y="0"/>
                  </a:lnTo>
                  <a:close/>
                </a:path>
              </a:pathLst>
            </a:custGeom>
            <a:solidFill>
              <a:srgbClr val="F0E7AE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944879" y="2295144"/>
              <a:ext cx="2712720" cy="1021080"/>
            </a:xfrm>
            <a:custGeom>
              <a:avLst/>
              <a:gdLst/>
              <a:ahLst/>
              <a:cxnLst/>
              <a:rect l="l" t="t" r="r" b="b"/>
              <a:pathLst>
                <a:path w="2712720" h="1021079" extrusionOk="0">
                  <a:moveTo>
                    <a:pt x="0" y="1021079"/>
                  </a:moveTo>
                  <a:lnTo>
                    <a:pt x="2712720" y="1021079"/>
                  </a:lnTo>
                  <a:lnTo>
                    <a:pt x="2712720" y="0"/>
                  </a:lnTo>
                  <a:lnTo>
                    <a:pt x="0" y="0"/>
                  </a:lnTo>
                  <a:lnTo>
                    <a:pt x="0" y="1021079"/>
                  </a:lnTo>
                  <a:close/>
                </a:path>
              </a:pathLst>
            </a:custGeom>
            <a:noFill/>
            <a:ln w="12175" cap="flat" cmpd="sng">
              <a:solidFill>
                <a:srgbClr val="A18E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8516112" y="3822192"/>
            <a:ext cx="1079500" cy="722630"/>
            <a:chOff x="8516112" y="3822192"/>
            <a:chExt cx="1079500" cy="722630"/>
          </a:xfrm>
        </p:grpSpPr>
        <p:sp>
          <p:nvSpPr>
            <p:cNvPr id="219" name="Google Shape;219;p19"/>
            <p:cNvSpPr/>
            <p:nvPr/>
          </p:nvSpPr>
          <p:spPr>
            <a:xfrm>
              <a:off x="8516112" y="3822192"/>
              <a:ext cx="1079500" cy="722630"/>
            </a:xfrm>
            <a:custGeom>
              <a:avLst/>
              <a:gdLst/>
              <a:ahLst/>
              <a:cxnLst/>
              <a:rect l="l" t="t" r="r" b="b"/>
              <a:pathLst>
                <a:path w="1079500" h="722629" extrusionOk="0">
                  <a:moveTo>
                    <a:pt x="0" y="0"/>
                  </a:moveTo>
                  <a:lnTo>
                    <a:pt x="0" y="722375"/>
                  </a:lnTo>
                  <a:lnTo>
                    <a:pt x="1078992" y="722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C23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8516112" y="3822192"/>
              <a:ext cx="1079500" cy="722630"/>
            </a:xfrm>
            <a:custGeom>
              <a:avLst/>
              <a:gdLst/>
              <a:ahLst/>
              <a:cxnLst/>
              <a:rect l="l" t="t" r="r" b="b"/>
              <a:pathLst>
                <a:path w="1079500" h="722629" extrusionOk="0">
                  <a:moveTo>
                    <a:pt x="0" y="722375"/>
                  </a:moveTo>
                  <a:lnTo>
                    <a:pt x="0" y="0"/>
                  </a:lnTo>
                  <a:lnTo>
                    <a:pt x="1078992" y="722375"/>
                  </a:lnTo>
                  <a:lnTo>
                    <a:pt x="0" y="722375"/>
                  </a:lnTo>
                  <a:close/>
                </a:path>
              </a:pathLst>
            </a:custGeom>
            <a:noFill/>
            <a:ln w="12175" cap="flat" cmpd="sng">
              <a:solidFill>
                <a:srgbClr val="A18E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6510527" y="3179063"/>
            <a:ext cx="1664335" cy="1386840"/>
            <a:chOff x="6510527" y="3179063"/>
            <a:chExt cx="1664335" cy="1386840"/>
          </a:xfrm>
        </p:grpSpPr>
        <p:sp>
          <p:nvSpPr>
            <p:cNvPr id="222" name="Google Shape;222;p19"/>
            <p:cNvSpPr/>
            <p:nvPr/>
          </p:nvSpPr>
          <p:spPr>
            <a:xfrm>
              <a:off x="6510527" y="3179063"/>
              <a:ext cx="1664335" cy="1386840"/>
            </a:xfrm>
            <a:custGeom>
              <a:avLst/>
              <a:gdLst/>
              <a:ahLst/>
              <a:cxnLst/>
              <a:rect l="l" t="t" r="r" b="b"/>
              <a:pathLst>
                <a:path w="1664334" h="1386839" extrusionOk="0">
                  <a:moveTo>
                    <a:pt x="1664207" y="0"/>
                  </a:moveTo>
                  <a:lnTo>
                    <a:pt x="0" y="1386840"/>
                  </a:lnTo>
                  <a:lnTo>
                    <a:pt x="1664207" y="1386840"/>
                  </a:lnTo>
                  <a:lnTo>
                    <a:pt x="1664207" y="0"/>
                  </a:lnTo>
                  <a:close/>
                </a:path>
              </a:pathLst>
            </a:custGeom>
            <a:solidFill>
              <a:srgbClr val="DDC23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6510527" y="3179063"/>
              <a:ext cx="1664335" cy="1386840"/>
            </a:xfrm>
            <a:custGeom>
              <a:avLst/>
              <a:gdLst/>
              <a:ahLst/>
              <a:cxnLst/>
              <a:rect l="l" t="t" r="r" b="b"/>
              <a:pathLst>
                <a:path w="1664334" h="1386839" extrusionOk="0">
                  <a:moveTo>
                    <a:pt x="1664207" y="1386840"/>
                  </a:moveTo>
                  <a:lnTo>
                    <a:pt x="0" y="1386840"/>
                  </a:lnTo>
                  <a:lnTo>
                    <a:pt x="1664207" y="0"/>
                  </a:lnTo>
                  <a:lnTo>
                    <a:pt x="1664207" y="1386840"/>
                  </a:lnTo>
                  <a:close/>
                </a:path>
              </a:pathLst>
            </a:custGeom>
            <a:noFill/>
            <a:ln w="12175" cap="flat" cmpd="sng">
              <a:solidFill>
                <a:srgbClr val="A18E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1335252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Example 9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11224" y="1871853"/>
            <a:ext cx="3102635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for(i=1;i&lt;=n;i++){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944117" y="2237308"/>
            <a:ext cx="2578583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for(j=1; j&lt;=n-i;j++){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384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 ");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892174" y="3335223"/>
            <a:ext cx="2627351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for(k=1; k&lt;=i ;k++){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54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printf("%d",k);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22301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999744" y="4507991"/>
            <a:ext cx="2715895" cy="1163395"/>
          </a:xfrm>
          <a:prstGeom prst="rect">
            <a:avLst/>
          </a:prstGeom>
          <a:solidFill>
            <a:srgbClr val="F0E7AE"/>
          </a:solidFill>
          <a:ln w="12175" cap="flat" cmpd="sng">
            <a:solidFill>
              <a:srgbClr val="A18E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2720" marR="0" lvl="0" indent="0" algn="l" rtl="0">
              <a:lnSpc>
                <a:spcPct val="9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for(l=i ; l&gt;1 ;l--){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44386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printf("%d",l-1);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2720" marR="0" lvl="0" indent="0" algn="l" rtl="0">
              <a:lnSpc>
                <a:spcPct val="115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885545" y="5530697"/>
            <a:ext cx="1783714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printf("\n");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}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85077" y="1912441"/>
            <a:ext cx="6032941" cy="149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Take input of a number n and print a Triangle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3776979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Intput: n=3  Sample Output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graphicFrame>
        <p:nvGraphicFramePr>
          <p:cNvPr id="231" name="Google Shape;231;p19"/>
          <p:cNvGraphicFramePr/>
          <p:nvPr>
            <p:extLst>
              <p:ext uri="{D42A27DB-BD31-4B8C-83A1-F6EECF244321}">
                <p14:modId xmlns:p14="http://schemas.microsoft.com/office/powerpoint/2010/main" val="3884851323"/>
              </p:ext>
            </p:extLst>
          </p:nvPr>
        </p:nvGraphicFramePr>
        <p:xfrm>
          <a:off x="6721982" y="3442842"/>
          <a:ext cx="281937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33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2" name="Google Shape;232;p19"/>
          <p:cNvSpPr txBox="1"/>
          <p:nvPr/>
        </p:nvSpPr>
        <p:spPr>
          <a:xfrm>
            <a:off x="4269740" y="2432685"/>
            <a:ext cx="1250315" cy="93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6FC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 space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3658361" y="2719577"/>
            <a:ext cx="533400" cy="113030"/>
          </a:xfrm>
          <a:custGeom>
            <a:avLst/>
            <a:gdLst/>
            <a:ahLst/>
            <a:cxnLst/>
            <a:rect l="l" t="t" r="r" b="b"/>
            <a:pathLst>
              <a:path w="533400" h="113030" extrusionOk="0">
                <a:moveTo>
                  <a:pt x="514434" y="40386"/>
                </a:moveTo>
                <a:lnTo>
                  <a:pt x="511175" y="40386"/>
                </a:lnTo>
                <a:lnTo>
                  <a:pt x="512699" y="61722"/>
                </a:lnTo>
                <a:lnTo>
                  <a:pt x="473385" y="64544"/>
                </a:lnTo>
                <a:lnTo>
                  <a:pt x="428243" y="95376"/>
                </a:lnTo>
                <a:lnTo>
                  <a:pt x="426974" y="101981"/>
                </a:lnTo>
                <a:lnTo>
                  <a:pt x="430275" y="106807"/>
                </a:lnTo>
                <a:lnTo>
                  <a:pt x="433704" y="111760"/>
                </a:lnTo>
                <a:lnTo>
                  <a:pt x="440309" y="113030"/>
                </a:lnTo>
                <a:lnTo>
                  <a:pt x="445135" y="109600"/>
                </a:lnTo>
                <a:lnTo>
                  <a:pt x="533018" y="49530"/>
                </a:lnTo>
                <a:lnTo>
                  <a:pt x="514434" y="40386"/>
                </a:lnTo>
                <a:close/>
              </a:path>
              <a:path w="533400" h="113030" extrusionOk="0">
                <a:moveTo>
                  <a:pt x="471888" y="43216"/>
                </a:moveTo>
                <a:lnTo>
                  <a:pt x="0" y="77216"/>
                </a:lnTo>
                <a:lnTo>
                  <a:pt x="1524" y="98425"/>
                </a:lnTo>
                <a:lnTo>
                  <a:pt x="473385" y="64544"/>
                </a:lnTo>
                <a:lnTo>
                  <a:pt x="490924" y="52566"/>
                </a:lnTo>
                <a:lnTo>
                  <a:pt x="471888" y="43216"/>
                </a:lnTo>
                <a:close/>
              </a:path>
              <a:path w="533400" h="113030" extrusionOk="0">
                <a:moveTo>
                  <a:pt x="490924" y="52566"/>
                </a:moveTo>
                <a:lnTo>
                  <a:pt x="473385" y="64544"/>
                </a:lnTo>
                <a:lnTo>
                  <a:pt x="512699" y="61722"/>
                </a:lnTo>
                <a:lnTo>
                  <a:pt x="512617" y="60579"/>
                </a:lnTo>
                <a:lnTo>
                  <a:pt x="507238" y="60579"/>
                </a:lnTo>
                <a:lnTo>
                  <a:pt x="490924" y="52566"/>
                </a:lnTo>
                <a:close/>
              </a:path>
              <a:path w="533400" h="113030" extrusionOk="0">
                <a:moveTo>
                  <a:pt x="505967" y="42291"/>
                </a:moveTo>
                <a:lnTo>
                  <a:pt x="490924" y="52566"/>
                </a:lnTo>
                <a:lnTo>
                  <a:pt x="507238" y="60579"/>
                </a:lnTo>
                <a:lnTo>
                  <a:pt x="505967" y="42291"/>
                </a:lnTo>
                <a:close/>
              </a:path>
              <a:path w="533400" h="113030" extrusionOk="0">
                <a:moveTo>
                  <a:pt x="511311" y="42291"/>
                </a:moveTo>
                <a:lnTo>
                  <a:pt x="505967" y="42291"/>
                </a:lnTo>
                <a:lnTo>
                  <a:pt x="507238" y="60579"/>
                </a:lnTo>
                <a:lnTo>
                  <a:pt x="512617" y="60579"/>
                </a:lnTo>
                <a:lnTo>
                  <a:pt x="511311" y="42291"/>
                </a:lnTo>
                <a:close/>
              </a:path>
              <a:path w="533400" h="113030" extrusionOk="0">
                <a:moveTo>
                  <a:pt x="511175" y="40386"/>
                </a:moveTo>
                <a:lnTo>
                  <a:pt x="471888" y="43216"/>
                </a:lnTo>
                <a:lnTo>
                  <a:pt x="490924" y="52566"/>
                </a:lnTo>
                <a:lnTo>
                  <a:pt x="505967" y="42291"/>
                </a:lnTo>
                <a:lnTo>
                  <a:pt x="511311" y="42291"/>
                </a:lnTo>
                <a:lnTo>
                  <a:pt x="511175" y="40386"/>
                </a:lnTo>
                <a:close/>
              </a:path>
              <a:path w="533400" h="113030" extrusionOk="0">
                <a:moveTo>
                  <a:pt x="432180" y="0"/>
                </a:moveTo>
                <a:lnTo>
                  <a:pt x="425830" y="2159"/>
                </a:lnTo>
                <a:lnTo>
                  <a:pt x="423163" y="7493"/>
                </a:lnTo>
                <a:lnTo>
                  <a:pt x="420624" y="12700"/>
                </a:lnTo>
                <a:lnTo>
                  <a:pt x="422783" y="19176"/>
                </a:lnTo>
                <a:lnTo>
                  <a:pt x="428116" y="21717"/>
                </a:lnTo>
                <a:lnTo>
                  <a:pt x="471888" y="43216"/>
                </a:lnTo>
                <a:lnTo>
                  <a:pt x="511175" y="40386"/>
                </a:lnTo>
                <a:lnTo>
                  <a:pt x="514434" y="40386"/>
                </a:lnTo>
                <a:lnTo>
                  <a:pt x="437514" y="2539"/>
                </a:lnTo>
                <a:lnTo>
                  <a:pt x="432180" y="0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4256023" y="3715588"/>
            <a:ext cx="1721485" cy="93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first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AF5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triangle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3671189" y="3883659"/>
            <a:ext cx="506095" cy="193675"/>
          </a:xfrm>
          <a:custGeom>
            <a:avLst/>
            <a:gdLst/>
            <a:ahLst/>
            <a:cxnLst/>
            <a:rect l="l" t="t" r="r" b="b"/>
            <a:pathLst>
              <a:path w="506095" h="193675" extrusionOk="0">
                <a:moveTo>
                  <a:pt x="444838" y="160598"/>
                </a:moveTo>
                <a:lnTo>
                  <a:pt x="397383" y="171322"/>
                </a:lnTo>
                <a:lnTo>
                  <a:pt x="391540" y="172719"/>
                </a:lnTo>
                <a:lnTo>
                  <a:pt x="387985" y="178434"/>
                </a:lnTo>
                <a:lnTo>
                  <a:pt x="390525" y="189864"/>
                </a:lnTo>
                <a:lnTo>
                  <a:pt x="396239" y="193420"/>
                </a:lnTo>
                <a:lnTo>
                  <a:pt x="489121" y="172465"/>
                </a:lnTo>
                <a:lnTo>
                  <a:pt x="482473" y="172465"/>
                </a:lnTo>
                <a:lnTo>
                  <a:pt x="444838" y="160598"/>
                </a:lnTo>
                <a:close/>
              </a:path>
              <a:path w="506095" h="193675" extrusionOk="0">
                <a:moveTo>
                  <a:pt x="465512" y="155925"/>
                </a:moveTo>
                <a:lnTo>
                  <a:pt x="444838" y="160598"/>
                </a:lnTo>
                <a:lnTo>
                  <a:pt x="482473" y="172465"/>
                </a:lnTo>
                <a:lnTo>
                  <a:pt x="483444" y="169417"/>
                </a:lnTo>
                <a:lnTo>
                  <a:pt x="477774" y="169417"/>
                </a:lnTo>
                <a:lnTo>
                  <a:pt x="465512" y="155925"/>
                </a:lnTo>
                <a:close/>
              </a:path>
              <a:path w="506095" h="193675" extrusionOk="0">
                <a:moveTo>
                  <a:pt x="423545" y="85089"/>
                </a:moveTo>
                <a:lnTo>
                  <a:pt x="419226" y="89153"/>
                </a:lnTo>
                <a:lnTo>
                  <a:pt x="414909" y="93090"/>
                </a:lnTo>
                <a:lnTo>
                  <a:pt x="414527" y="99821"/>
                </a:lnTo>
                <a:lnTo>
                  <a:pt x="451287" y="140272"/>
                </a:lnTo>
                <a:lnTo>
                  <a:pt x="488950" y="152145"/>
                </a:lnTo>
                <a:lnTo>
                  <a:pt x="482473" y="172465"/>
                </a:lnTo>
                <a:lnTo>
                  <a:pt x="489121" y="172465"/>
                </a:lnTo>
                <a:lnTo>
                  <a:pt x="505968" y="168656"/>
                </a:lnTo>
                <a:lnTo>
                  <a:pt x="430402" y="85470"/>
                </a:lnTo>
                <a:lnTo>
                  <a:pt x="423545" y="85089"/>
                </a:lnTo>
                <a:close/>
              </a:path>
              <a:path w="506095" h="193675" extrusionOk="0">
                <a:moveTo>
                  <a:pt x="483362" y="151891"/>
                </a:moveTo>
                <a:lnTo>
                  <a:pt x="465512" y="155925"/>
                </a:lnTo>
                <a:lnTo>
                  <a:pt x="477774" y="169417"/>
                </a:lnTo>
                <a:lnTo>
                  <a:pt x="483362" y="151891"/>
                </a:lnTo>
                <a:close/>
              </a:path>
              <a:path w="506095" h="193675" extrusionOk="0">
                <a:moveTo>
                  <a:pt x="488144" y="151891"/>
                </a:moveTo>
                <a:lnTo>
                  <a:pt x="483362" y="151891"/>
                </a:lnTo>
                <a:lnTo>
                  <a:pt x="477774" y="169417"/>
                </a:lnTo>
                <a:lnTo>
                  <a:pt x="483444" y="169417"/>
                </a:lnTo>
                <a:lnTo>
                  <a:pt x="488950" y="152145"/>
                </a:lnTo>
                <a:lnTo>
                  <a:pt x="488144" y="151891"/>
                </a:lnTo>
                <a:close/>
              </a:path>
              <a:path w="506095" h="193675" extrusionOk="0">
                <a:moveTo>
                  <a:pt x="6350" y="0"/>
                </a:moveTo>
                <a:lnTo>
                  <a:pt x="0" y="20319"/>
                </a:lnTo>
                <a:lnTo>
                  <a:pt x="444838" y="160598"/>
                </a:lnTo>
                <a:lnTo>
                  <a:pt x="465512" y="155925"/>
                </a:lnTo>
                <a:lnTo>
                  <a:pt x="451287" y="140272"/>
                </a:lnTo>
                <a:lnTo>
                  <a:pt x="6350" y="0"/>
                </a:lnTo>
                <a:close/>
              </a:path>
              <a:path w="506095" h="193675" extrusionOk="0">
                <a:moveTo>
                  <a:pt x="451287" y="140272"/>
                </a:moveTo>
                <a:lnTo>
                  <a:pt x="465512" y="155925"/>
                </a:lnTo>
                <a:lnTo>
                  <a:pt x="483362" y="151891"/>
                </a:lnTo>
                <a:lnTo>
                  <a:pt x="488144" y="151891"/>
                </a:lnTo>
                <a:lnTo>
                  <a:pt x="451287" y="1402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296917" y="4903977"/>
            <a:ext cx="2052955" cy="934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printing second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triangle</a:t>
            </a:r>
            <a:endParaRPr sz="20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713860" y="5069332"/>
            <a:ext cx="506095" cy="193675"/>
          </a:xfrm>
          <a:custGeom>
            <a:avLst/>
            <a:gdLst/>
            <a:ahLst/>
            <a:cxnLst/>
            <a:rect l="l" t="t" r="r" b="b"/>
            <a:pathLst>
              <a:path w="506095" h="193675" extrusionOk="0">
                <a:moveTo>
                  <a:pt x="444838" y="160598"/>
                </a:moveTo>
                <a:lnTo>
                  <a:pt x="397383" y="171323"/>
                </a:lnTo>
                <a:lnTo>
                  <a:pt x="391540" y="172720"/>
                </a:lnTo>
                <a:lnTo>
                  <a:pt x="387985" y="178435"/>
                </a:lnTo>
                <a:lnTo>
                  <a:pt x="390525" y="189865"/>
                </a:lnTo>
                <a:lnTo>
                  <a:pt x="396239" y="193421"/>
                </a:lnTo>
                <a:lnTo>
                  <a:pt x="489121" y="172466"/>
                </a:lnTo>
                <a:lnTo>
                  <a:pt x="482473" y="172466"/>
                </a:lnTo>
                <a:lnTo>
                  <a:pt x="444838" y="160598"/>
                </a:lnTo>
                <a:close/>
              </a:path>
              <a:path w="506095" h="193675" extrusionOk="0">
                <a:moveTo>
                  <a:pt x="465512" y="155925"/>
                </a:moveTo>
                <a:lnTo>
                  <a:pt x="444838" y="160598"/>
                </a:lnTo>
                <a:lnTo>
                  <a:pt x="482473" y="172466"/>
                </a:lnTo>
                <a:lnTo>
                  <a:pt x="483444" y="169418"/>
                </a:lnTo>
                <a:lnTo>
                  <a:pt x="477774" y="169418"/>
                </a:lnTo>
                <a:lnTo>
                  <a:pt x="465512" y="155925"/>
                </a:lnTo>
                <a:close/>
              </a:path>
              <a:path w="506095" h="193675" extrusionOk="0">
                <a:moveTo>
                  <a:pt x="423544" y="85090"/>
                </a:moveTo>
                <a:lnTo>
                  <a:pt x="419226" y="89154"/>
                </a:lnTo>
                <a:lnTo>
                  <a:pt x="414909" y="93091"/>
                </a:lnTo>
                <a:lnTo>
                  <a:pt x="414527" y="99822"/>
                </a:lnTo>
                <a:lnTo>
                  <a:pt x="451287" y="140272"/>
                </a:lnTo>
                <a:lnTo>
                  <a:pt x="488950" y="152146"/>
                </a:lnTo>
                <a:lnTo>
                  <a:pt x="482473" y="172466"/>
                </a:lnTo>
                <a:lnTo>
                  <a:pt x="489121" y="172466"/>
                </a:lnTo>
                <a:lnTo>
                  <a:pt x="505967" y="168656"/>
                </a:lnTo>
                <a:lnTo>
                  <a:pt x="430402" y="85471"/>
                </a:lnTo>
                <a:lnTo>
                  <a:pt x="423544" y="85090"/>
                </a:lnTo>
                <a:close/>
              </a:path>
              <a:path w="506095" h="193675" extrusionOk="0">
                <a:moveTo>
                  <a:pt x="483362" y="151892"/>
                </a:moveTo>
                <a:lnTo>
                  <a:pt x="465512" y="155925"/>
                </a:lnTo>
                <a:lnTo>
                  <a:pt x="477774" y="169418"/>
                </a:lnTo>
                <a:lnTo>
                  <a:pt x="483362" y="151892"/>
                </a:lnTo>
                <a:close/>
              </a:path>
              <a:path w="506095" h="193675" extrusionOk="0">
                <a:moveTo>
                  <a:pt x="488144" y="151892"/>
                </a:moveTo>
                <a:lnTo>
                  <a:pt x="483362" y="151892"/>
                </a:lnTo>
                <a:lnTo>
                  <a:pt x="477774" y="169418"/>
                </a:lnTo>
                <a:lnTo>
                  <a:pt x="483444" y="169418"/>
                </a:lnTo>
                <a:lnTo>
                  <a:pt x="488950" y="152146"/>
                </a:lnTo>
                <a:lnTo>
                  <a:pt x="488144" y="151892"/>
                </a:lnTo>
                <a:close/>
              </a:path>
              <a:path w="506095" h="193675" extrusionOk="0">
                <a:moveTo>
                  <a:pt x="6350" y="0"/>
                </a:moveTo>
                <a:lnTo>
                  <a:pt x="0" y="20320"/>
                </a:lnTo>
                <a:lnTo>
                  <a:pt x="444838" y="160598"/>
                </a:lnTo>
                <a:lnTo>
                  <a:pt x="465512" y="155925"/>
                </a:lnTo>
                <a:lnTo>
                  <a:pt x="451287" y="140272"/>
                </a:lnTo>
                <a:lnTo>
                  <a:pt x="6350" y="0"/>
                </a:lnTo>
                <a:close/>
              </a:path>
              <a:path w="506095" h="193675" extrusionOk="0">
                <a:moveTo>
                  <a:pt x="451287" y="140272"/>
                </a:moveTo>
                <a:lnTo>
                  <a:pt x="465512" y="155925"/>
                </a:lnTo>
                <a:lnTo>
                  <a:pt x="483362" y="151892"/>
                </a:lnTo>
                <a:lnTo>
                  <a:pt x="488144" y="151892"/>
                </a:lnTo>
                <a:lnTo>
                  <a:pt x="451287" y="140272"/>
                </a:lnTo>
                <a:close/>
              </a:path>
            </a:pathLst>
          </a:custGeom>
          <a:solidFill>
            <a:srgbClr val="DDC23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0305442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Sample Problems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3" name="Google Shape;243;p20"/>
          <p:cNvGraphicFramePr/>
          <p:nvPr>
            <p:extLst>
              <p:ext uri="{D42A27DB-BD31-4B8C-83A1-F6EECF244321}">
                <p14:modId xmlns:p14="http://schemas.microsoft.com/office/powerpoint/2010/main" val="886882422"/>
              </p:ext>
            </p:extLst>
          </p:nvPr>
        </p:nvGraphicFramePr>
        <p:xfrm>
          <a:off x="1071829" y="2787776"/>
          <a:ext cx="281937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4" name="Google Shape;244;p20"/>
          <p:cNvGraphicFramePr/>
          <p:nvPr>
            <p:extLst>
              <p:ext uri="{D42A27DB-BD31-4B8C-83A1-F6EECF244321}">
                <p14:modId xmlns:p14="http://schemas.microsoft.com/office/powerpoint/2010/main" val="4182780263"/>
              </p:ext>
            </p:extLst>
          </p:nvPr>
        </p:nvGraphicFramePr>
        <p:xfrm>
          <a:off x="5187822" y="2787776"/>
          <a:ext cx="1691625" cy="1112550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175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5" name="Google Shape;245;p20"/>
          <p:cNvGraphicFramePr/>
          <p:nvPr>
            <p:extLst>
              <p:ext uri="{D42A27DB-BD31-4B8C-83A1-F6EECF244321}">
                <p14:modId xmlns:p14="http://schemas.microsoft.com/office/powerpoint/2010/main" val="4207769964"/>
              </p:ext>
            </p:extLst>
          </p:nvPr>
        </p:nvGraphicFramePr>
        <p:xfrm>
          <a:off x="1071829" y="4688459"/>
          <a:ext cx="2819375" cy="1112575"/>
        </p:xfrm>
        <a:graphic>
          <a:graphicData uri="http://schemas.openxmlformats.org/drawingml/2006/table">
            <a:tbl>
              <a:tblPr firstRow="1" bandRow="1">
                <a:noFill/>
                <a:tableStyleId>{719E1222-C9D0-4F25-AA5C-A7D26B51C638}</a:tableStyleId>
              </a:tblPr>
              <a:tblGrid>
                <a:gridCol w="56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237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3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75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rgbClr val="3B46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3025" marB="0">
                    <a:lnL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B46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6" name="Google Shape;246;p20"/>
          <p:cNvSpPr txBox="1"/>
          <p:nvPr/>
        </p:nvSpPr>
        <p:spPr>
          <a:xfrm>
            <a:off x="911453" y="1980641"/>
            <a:ext cx="2675126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B4643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For input n = 3</a:t>
            </a:r>
            <a:endParaRPr sz="240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>
            <a:spLocks noGrp="1"/>
          </p:cNvSpPr>
          <p:nvPr>
            <p:ph type="title"/>
          </p:nvPr>
        </p:nvSpPr>
        <p:spPr>
          <a:xfrm>
            <a:off x="374395" y="711149"/>
            <a:ext cx="10305442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Nested for loop Sample Problems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6431" y="2610035"/>
            <a:ext cx="11259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Star patterns from Codeforwin 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codeforwin.org/c-programming/star-patterns-program-in-c</a:t>
            </a:r>
            <a:endParaRPr lang="en-US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Number patterns from Codeforwin 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</a:t>
            </a:r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codeforwin.org/c-programming/number-pattern-programs-in-c</a:t>
            </a:r>
            <a:endParaRPr lang="en-US" sz="1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practice on your own variation and what has bee taught in both Theory and Lab classes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14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0" y="0"/>
            <a:ext cx="12192000" cy="347980"/>
          </a:xfrm>
          <a:custGeom>
            <a:avLst/>
            <a:gdLst/>
            <a:ahLst/>
            <a:cxnLst/>
            <a:rect l="l" t="t" r="r" b="b"/>
            <a:pathLst>
              <a:path w="12192000" h="347980" extrusionOk="0">
                <a:moveTo>
                  <a:pt x="0" y="347472"/>
                </a:moveTo>
                <a:lnTo>
                  <a:pt x="12192000" y="347472"/>
                </a:lnTo>
                <a:lnTo>
                  <a:pt x="12192000" y="0"/>
                </a:lnTo>
                <a:lnTo>
                  <a:pt x="0" y="0"/>
                </a:lnTo>
                <a:lnTo>
                  <a:pt x="0" y="347472"/>
                </a:lnTo>
                <a:close/>
              </a:path>
            </a:pathLst>
          </a:custGeom>
          <a:solidFill>
            <a:srgbClr val="E4E6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0" y="466344"/>
            <a:ext cx="12192000" cy="6391910"/>
          </a:xfrm>
          <a:custGeom>
            <a:avLst/>
            <a:gdLst/>
            <a:ahLst/>
            <a:cxnLst/>
            <a:rect l="l" t="t" r="r" b="b"/>
            <a:pathLst>
              <a:path w="12192000" h="6391909" extrusionOk="0">
                <a:moveTo>
                  <a:pt x="0" y="6391655"/>
                </a:moveTo>
                <a:lnTo>
                  <a:pt x="12192000" y="6391655"/>
                </a:lnTo>
                <a:lnTo>
                  <a:pt x="12192000" y="0"/>
                </a:lnTo>
                <a:lnTo>
                  <a:pt x="0" y="0"/>
                </a:lnTo>
                <a:lnTo>
                  <a:pt x="0" y="6391655"/>
                </a:lnTo>
                <a:close/>
              </a:path>
            </a:pathLst>
          </a:custGeom>
          <a:solidFill>
            <a:srgbClr val="E4E6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0" y="347472"/>
            <a:ext cx="12189460" cy="6342888"/>
            <a:chOff x="0" y="347472"/>
            <a:chExt cx="12189460" cy="6342888"/>
          </a:xfrm>
        </p:grpSpPr>
        <p:sp>
          <p:nvSpPr>
            <p:cNvPr id="254" name="Google Shape;254;p21"/>
            <p:cNvSpPr/>
            <p:nvPr/>
          </p:nvSpPr>
          <p:spPr>
            <a:xfrm>
              <a:off x="0" y="347472"/>
              <a:ext cx="12189460" cy="119380"/>
            </a:xfrm>
            <a:custGeom>
              <a:avLst/>
              <a:gdLst/>
              <a:ahLst/>
              <a:cxnLst/>
              <a:rect l="l" t="t" r="r" b="b"/>
              <a:pathLst>
                <a:path w="12189460" h="119379" extrusionOk="0">
                  <a:moveTo>
                    <a:pt x="12188952" y="0"/>
                  </a:moveTo>
                  <a:lnTo>
                    <a:pt x="0" y="0"/>
                  </a:lnTo>
                  <a:lnTo>
                    <a:pt x="0" y="118872"/>
                  </a:lnTo>
                  <a:lnTo>
                    <a:pt x="12188952" y="118872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DDC23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5" name="Google Shape;255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457200"/>
              <a:ext cx="12188952" cy="137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78607" y="1828800"/>
              <a:ext cx="6870192" cy="48615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0" y="0"/>
            <a:ext cx="12192000" cy="347980"/>
          </a:xfrm>
          <a:custGeom>
            <a:avLst/>
            <a:gdLst/>
            <a:ahLst/>
            <a:cxnLst/>
            <a:rect l="l" t="t" r="r" b="b"/>
            <a:pathLst>
              <a:path w="12192000" h="347980" extrusionOk="0">
                <a:moveTo>
                  <a:pt x="0" y="347472"/>
                </a:moveTo>
                <a:lnTo>
                  <a:pt x="12192000" y="347472"/>
                </a:lnTo>
                <a:lnTo>
                  <a:pt x="12192000" y="0"/>
                </a:lnTo>
                <a:lnTo>
                  <a:pt x="0" y="0"/>
                </a:lnTo>
                <a:lnTo>
                  <a:pt x="0" y="347472"/>
                </a:lnTo>
                <a:close/>
              </a:path>
            </a:pathLst>
          </a:custGeom>
          <a:solidFill>
            <a:srgbClr val="E4E6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0" y="466344"/>
            <a:ext cx="12192000" cy="6391910"/>
          </a:xfrm>
          <a:custGeom>
            <a:avLst/>
            <a:gdLst/>
            <a:ahLst/>
            <a:cxnLst/>
            <a:rect l="l" t="t" r="r" b="b"/>
            <a:pathLst>
              <a:path w="12192000" h="6391909" extrusionOk="0">
                <a:moveTo>
                  <a:pt x="0" y="6391655"/>
                </a:moveTo>
                <a:lnTo>
                  <a:pt x="12192000" y="6391655"/>
                </a:lnTo>
                <a:lnTo>
                  <a:pt x="12192000" y="0"/>
                </a:lnTo>
                <a:lnTo>
                  <a:pt x="0" y="0"/>
                </a:lnTo>
                <a:lnTo>
                  <a:pt x="0" y="6391655"/>
                </a:lnTo>
                <a:close/>
              </a:path>
            </a:pathLst>
          </a:custGeom>
          <a:solidFill>
            <a:srgbClr val="E4E6D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73+ Thousand Best View Comes After Hardest Climb Royalty-Free Images, Stock  Photos &amp; Pictures |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247" y="823797"/>
            <a:ext cx="8515506" cy="5677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030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1045</Words>
  <Application>Microsoft Office PowerPoint</Application>
  <PresentationFormat>Widescreen</PresentationFormat>
  <Paragraphs>326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Nested Loop</vt:lpstr>
      <vt:lpstr>Nested for loop Syntax</vt:lpstr>
      <vt:lpstr>Nested while loop Syntax</vt:lpstr>
      <vt:lpstr>Nested do…while loop Syntax</vt:lpstr>
      <vt:lpstr>Nested for loop Example Code</vt:lpstr>
      <vt:lpstr>Nested for loop Example Code</vt:lpstr>
      <vt:lpstr>Nested for loop Example Code</vt:lpstr>
      <vt:lpstr>Nested for loop Example 2(printing stars)</vt:lpstr>
      <vt:lpstr>Nested for loop Example 2(printing stars)</vt:lpstr>
      <vt:lpstr>Nested for loop Example 3(printing pattern)</vt:lpstr>
      <vt:lpstr>Nested for loop Example 3(printing pattern)</vt:lpstr>
      <vt:lpstr>Nested for loop Example 4(printing pattern)</vt:lpstr>
      <vt:lpstr>Nested for loop Example 5(printing pattern)</vt:lpstr>
      <vt:lpstr>Nested for loop Example 5 Alternate Solution</vt:lpstr>
      <vt:lpstr>Nested for loop Example 6</vt:lpstr>
      <vt:lpstr>Nested for loop Example 7</vt:lpstr>
      <vt:lpstr>Nested for loop Example 8</vt:lpstr>
      <vt:lpstr>Nested for loop Example 9</vt:lpstr>
      <vt:lpstr>Nested for loop Sample Problems</vt:lpstr>
      <vt:lpstr>Nested for loop Sample Problems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Shams Tarek</dc:creator>
  <cp:lastModifiedBy>Khaled Hasan Irfan</cp:lastModifiedBy>
  <cp:revision>7</cp:revision>
  <dcterms:created xsi:type="dcterms:W3CDTF">2024-05-11T16:26:45Z</dcterms:created>
  <dcterms:modified xsi:type="dcterms:W3CDTF">2025-12-17T08:16:38Z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2020-08-19T00:00:00Z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2024-05-11T00:00:00Z</vt:filetime>
  </property>
</Properties>
</file>